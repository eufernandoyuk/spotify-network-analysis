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Poppins Medium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Medium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PoppinsMedium-italic.fntdata"/><Relationship Id="rId27" Type="http://schemas.openxmlformats.org/officeDocument/2006/relationships/font" Target="fonts/Poppi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f02095231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!xfade fade</a:t>
            </a:r>
            <a:endParaRPr/>
          </a:p>
        </p:txBody>
      </p:sp>
      <p:sp>
        <p:nvSpPr>
          <p:cNvPr id="150" name="Google Shape;150;g19f02095231_2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9f02095231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!xfade fade</a:t>
            </a:r>
            <a:endParaRPr/>
          </a:p>
        </p:txBody>
      </p:sp>
      <p:sp>
        <p:nvSpPr>
          <p:cNvPr id="159" name="Google Shape;159;g19f02095231_2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9f02095231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19f02095231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9f02095231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19f02095231_2_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9f02095231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19f02095231_2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9f02095231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19f02095231_2_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9f02095231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19f02095231_2_1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9f02095231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19f02095231_2_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a225aa633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2a225aa6339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9f02095231_2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19f02095231_2_9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9f02095231_2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19f02095231_2_9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>
            <p:ph idx="2" type="pic"/>
          </p:nvPr>
        </p:nvSpPr>
        <p:spPr>
          <a:xfrm>
            <a:off x="647700" y="504825"/>
            <a:ext cx="3371850" cy="51530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>
            <p:ph idx="2" type="pic"/>
          </p:nvPr>
        </p:nvSpPr>
        <p:spPr>
          <a:xfrm>
            <a:off x="2452034" y="870243"/>
            <a:ext cx="1057458" cy="105745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2608657" y="2326710"/>
            <a:ext cx="1143089" cy="114308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/>
          <p:nvPr>
            <p:ph idx="3" type="pic"/>
          </p:nvPr>
        </p:nvSpPr>
        <p:spPr>
          <a:xfrm>
            <a:off x="4255177" y="2326710"/>
            <a:ext cx="1143089" cy="1143089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/>
          <p:nvPr>
            <p:ph idx="4" type="pic"/>
          </p:nvPr>
        </p:nvSpPr>
        <p:spPr>
          <a:xfrm>
            <a:off x="5901697" y="2326710"/>
            <a:ext cx="1143088" cy="114308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/>
          <p:nvPr>
            <p:ph idx="5" type="pic"/>
          </p:nvPr>
        </p:nvSpPr>
        <p:spPr>
          <a:xfrm>
            <a:off x="7548216" y="2326710"/>
            <a:ext cx="1143088" cy="11430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6484055" y="2170798"/>
            <a:ext cx="836703" cy="77373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/>
          <p:nvPr>
            <p:ph idx="3" type="pic"/>
          </p:nvPr>
        </p:nvSpPr>
        <p:spPr>
          <a:xfrm>
            <a:off x="8002877" y="2170798"/>
            <a:ext cx="836703" cy="77373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9"/>
          <p:cNvSpPr/>
          <p:nvPr>
            <p:ph idx="4" type="pic"/>
          </p:nvPr>
        </p:nvSpPr>
        <p:spPr>
          <a:xfrm>
            <a:off x="6484055" y="3715372"/>
            <a:ext cx="836703" cy="77373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/>
          <p:nvPr>
            <p:ph idx="5" type="pic"/>
          </p:nvPr>
        </p:nvSpPr>
        <p:spPr>
          <a:xfrm>
            <a:off x="8002877" y="3715372"/>
            <a:ext cx="836703" cy="7737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>
            <p:ph idx="2" type="pic"/>
          </p:nvPr>
        </p:nvSpPr>
        <p:spPr>
          <a:xfrm>
            <a:off x="2465789" y="2122168"/>
            <a:ext cx="1869872" cy="234980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0"/>
          <p:cNvSpPr/>
          <p:nvPr>
            <p:ph idx="3" type="pic"/>
          </p:nvPr>
        </p:nvSpPr>
        <p:spPr>
          <a:xfrm>
            <a:off x="4572000" y="1423846"/>
            <a:ext cx="2342557" cy="148381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0"/>
          <p:cNvSpPr/>
          <p:nvPr>
            <p:ph idx="4" type="pic"/>
          </p:nvPr>
        </p:nvSpPr>
        <p:spPr>
          <a:xfrm>
            <a:off x="4571999" y="3144002"/>
            <a:ext cx="2342557" cy="1319171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0"/>
          <p:cNvSpPr/>
          <p:nvPr>
            <p:ph idx="5" type="pic"/>
          </p:nvPr>
        </p:nvSpPr>
        <p:spPr>
          <a:xfrm>
            <a:off x="7150897" y="1423847"/>
            <a:ext cx="1687116" cy="30481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7222496" y="1314582"/>
            <a:ext cx="1454704" cy="14547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>
            <p:ph idx="2" type="pic"/>
          </p:nvPr>
        </p:nvSpPr>
        <p:spPr>
          <a:xfrm>
            <a:off x="316830" y="4405395"/>
            <a:ext cx="600859" cy="60085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1" name="Google Shape;111;p26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3" name="Google Shape;113;p2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5" name="Google Shape;125;p2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6" name="Google Shape;126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7.xml"/><Relationship Id="rId11" Type="http://schemas.openxmlformats.org/officeDocument/2006/relationships/slide" Target="/ppt/slides/slide4.xml"/><Relationship Id="rId22" Type="http://schemas.openxmlformats.org/officeDocument/2006/relationships/slide" Target="/ppt/slides/slide8.xml"/><Relationship Id="rId10" Type="http://schemas.openxmlformats.org/officeDocument/2006/relationships/slide" Target="/ppt/slides/slide4.xml"/><Relationship Id="rId21" Type="http://schemas.openxmlformats.org/officeDocument/2006/relationships/slide" Target="/ppt/slides/slide7.xml"/><Relationship Id="rId13" Type="http://schemas.openxmlformats.org/officeDocument/2006/relationships/slide" Target="/ppt/slides/slide5.xml"/><Relationship Id="rId12" Type="http://schemas.openxmlformats.org/officeDocument/2006/relationships/slide" Target="/ppt/slides/slide4.xml"/><Relationship Id="rId23" Type="http://schemas.openxmlformats.org/officeDocument/2006/relationships/slide" Target="/ppt/slides/slide8.xm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jpg"/><Relationship Id="rId9" Type="http://schemas.openxmlformats.org/officeDocument/2006/relationships/slide" Target="/ppt/slides/slide4.xml"/><Relationship Id="rId15" Type="http://schemas.openxmlformats.org/officeDocument/2006/relationships/slide" Target="/ppt/slides/slide5.xml"/><Relationship Id="rId14" Type="http://schemas.openxmlformats.org/officeDocument/2006/relationships/slide" Target="/ppt/slides/slide5.xml"/><Relationship Id="rId17" Type="http://schemas.openxmlformats.org/officeDocument/2006/relationships/slide" Target="/ppt/slides/slide6.xml"/><Relationship Id="rId16" Type="http://schemas.openxmlformats.org/officeDocument/2006/relationships/image" Target="../media/image2.png"/><Relationship Id="rId5" Type="http://schemas.openxmlformats.org/officeDocument/2006/relationships/slide" Target="/ppt/slides/slide3.xml"/><Relationship Id="rId19" Type="http://schemas.openxmlformats.org/officeDocument/2006/relationships/slide" Target="/ppt/slides/slide6.xml"/><Relationship Id="rId6" Type="http://schemas.openxmlformats.org/officeDocument/2006/relationships/slide" Target="/ppt/slides/slide3.xml"/><Relationship Id="rId18" Type="http://schemas.openxmlformats.org/officeDocument/2006/relationships/slide" Target="/ppt/slides/slide6.xml"/><Relationship Id="rId7" Type="http://schemas.openxmlformats.org/officeDocument/2006/relationships/slide" Target="/ppt/slides/slide2.xml"/><Relationship Id="rId8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8.xml"/><Relationship Id="rId11" Type="http://schemas.openxmlformats.org/officeDocument/2006/relationships/slide" Target="/ppt/slides/slide5.xml"/><Relationship Id="rId22" Type="http://schemas.openxmlformats.org/officeDocument/2006/relationships/hyperlink" Target="http://drive.google.com/file/d/1mf1iyK6F67zCCqo1eTHfGSbI9asnyj7w/view" TargetMode="External"/><Relationship Id="rId10" Type="http://schemas.openxmlformats.org/officeDocument/2006/relationships/slide" Target="/ppt/slides/slide4.xml"/><Relationship Id="rId21" Type="http://schemas.openxmlformats.org/officeDocument/2006/relationships/slide" Target="/ppt/slides/slide8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23" Type="http://schemas.openxmlformats.org/officeDocument/2006/relationships/image" Target="../media/image5.jp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5" Type="http://schemas.openxmlformats.org/officeDocument/2006/relationships/slide" Target="/ppt/slides/slide2.xml"/><Relationship Id="rId19" Type="http://schemas.openxmlformats.org/officeDocument/2006/relationships/slide" Target="/ppt/slides/slide7.xml"/><Relationship Id="rId6" Type="http://schemas.openxmlformats.org/officeDocument/2006/relationships/slide" Target="/ppt/slides/slide2.xml"/><Relationship Id="rId18" Type="http://schemas.openxmlformats.org/officeDocument/2006/relationships/slide" Target="/ppt/slides/slide7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8.xml"/><Relationship Id="rId22" Type="http://schemas.openxmlformats.org/officeDocument/2006/relationships/image" Target="../media/image11.png"/><Relationship Id="rId21" Type="http://schemas.openxmlformats.org/officeDocument/2006/relationships/slide" Target="/ppt/slides/slide8.xml"/><Relationship Id="rId24" Type="http://schemas.openxmlformats.org/officeDocument/2006/relationships/image" Target="../media/image8.jpg"/><Relationship Id="rId23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26" Type="http://schemas.openxmlformats.org/officeDocument/2006/relationships/hyperlink" Target="http://drive.google.com/file/d/1Cv8rXiBV4kALHkTvbEbJP8nqlYl3nQv3/view" TargetMode="External"/><Relationship Id="rId25" Type="http://schemas.openxmlformats.org/officeDocument/2006/relationships/image" Target="../media/image7.jpg"/><Relationship Id="rId27" Type="http://schemas.openxmlformats.org/officeDocument/2006/relationships/image" Target="../media/image19.jpg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7.xml"/><Relationship Id="rId18" Type="http://schemas.openxmlformats.org/officeDocument/2006/relationships/slide" Target="/ppt/slides/slide7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8.xml"/><Relationship Id="rId22" Type="http://schemas.openxmlformats.org/officeDocument/2006/relationships/image" Target="../media/image30.png"/><Relationship Id="rId21" Type="http://schemas.openxmlformats.org/officeDocument/2006/relationships/slide" Target="/ppt/slides/slide8.xml"/><Relationship Id="rId24" Type="http://schemas.openxmlformats.org/officeDocument/2006/relationships/hyperlink" Target="http://drive.google.com/file/d/1mf2ypr2Ny1EOc_gbAetAGuL6Y0Ypimlz/view" TargetMode="External"/><Relationship Id="rId23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25" Type="http://schemas.openxmlformats.org/officeDocument/2006/relationships/image" Target="../media/image24.jpg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7.xml"/><Relationship Id="rId18" Type="http://schemas.openxmlformats.org/officeDocument/2006/relationships/slide" Target="/ppt/slides/slide7.xml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8.xml"/><Relationship Id="rId22" Type="http://schemas.openxmlformats.org/officeDocument/2006/relationships/image" Target="../media/image12.png"/><Relationship Id="rId21" Type="http://schemas.openxmlformats.org/officeDocument/2006/relationships/slide" Target="/ppt/slides/slide8.xml"/><Relationship Id="rId24" Type="http://schemas.openxmlformats.org/officeDocument/2006/relationships/image" Target="../media/image4.jpg"/><Relationship Id="rId23" Type="http://schemas.openxmlformats.org/officeDocument/2006/relationships/hyperlink" Target="http://drive.google.com/file/d/1-QbbnaOJnQS14OJWnJFoIniPw1CtIHgD/view" TargetMode="Externa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7.xml"/><Relationship Id="rId18" Type="http://schemas.openxmlformats.org/officeDocument/2006/relationships/slide" Target="/ppt/slides/slide7.xml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8.xml"/><Relationship Id="rId22" Type="http://schemas.openxmlformats.org/officeDocument/2006/relationships/image" Target="../media/image14.png"/><Relationship Id="rId21" Type="http://schemas.openxmlformats.org/officeDocument/2006/relationships/slide" Target="/ppt/slides/slide8.xml"/><Relationship Id="rId24" Type="http://schemas.openxmlformats.org/officeDocument/2006/relationships/image" Target="../media/image10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26" Type="http://schemas.openxmlformats.org/officeDocument/2006/relationships/hyperlink" Target="http://drive.google.com/file/d/1ASP6oocIBhw8g8LNTEDPu7jy1WYv3B2n/view" TargetMode="External"/><Relationship Id="rId25" Type="http://schemas.openxmlformats.org/officeDocument/2006/relationships/image" Target="../media/image15.png"/><Relationship Id="rId27" Type="http://schemas.openxmlformats.org/officeDocument/2006/relationships/image" Target="../media/image22.jpg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7.xml"/><Relationship Id="rId18" Type="http://schemas.openxmlformats.org/officeDocument/2006/relationships/slide" Target="/ppt/slides/slide7.xml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8.xml"/><Relationship Id="rId22" Type="http://schemas.openxmlformats.org/officeDocument/2006/relationships/image" Target="../media/image25.png"/><Relationship Id="rId21" Type="http://schemas.openxmlformats.org/officeDocument/2006/relationships/slide" Target="/ppt/slides/slide8.xml"/><Relationship Id="rId24" Type="http://schemas.openxmlformats.org/officeDocument/2006/relationships/image" Target="../media/image27.jpg"/><Relationship Id="rId23" Type="http://schemas.openxmlformats.org/officeDocument/2006/relationships/hyperlink" Target="http://drive.google.com/file/d/1p3nyCESIp6Pn98ppWXZd--6DwqVQOChH/view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7.xml"/><Relationship Id="rId18" Type="http://schemas.openxmlformats.org/officeDocument/2006/relationships/slide" Target="/ppt/slides/slide7.xml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9.xml"/><Relationship Id="rId22" Type="http://schemas.openxmlformats.org/officeDocument/2006/relationships/image" Target="../media/image28.png"/><Relationship Id="rId21" Type="http://schemas.openxmlformats.org/officeDocument/2006/relationships/slide" Target="/ppt/slides/slide9.xml"/><Relationship Id="rId24" Type="http://schemas.openxmlformats.org/officeDocument/2006/relationships/image" Target="../media/image21.jpg"/><Relationship Id="rId23" Type="http://schemas.openxmlformats.org/officeDocument/2006/relationships/hyperlink" Target="http://drive.google.com/file/d/1XCPpuPAUGMj8yS2mpQ3n4CIwZl58aehi/view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slide" Target="/ppt/slides/slide4.xml"/><Relationship Id="rId26" Type="http://schemas.openxmlformats.org/officeDocument/2006/relationships/image" Target="../media/image26.png"/><Relationship Id="rId25" Type="http://schemas.openxmlformats.org/officeDocument/2006/relationships/image" Target="../media/image20.png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Relationship Id="rId7" Type="http://schemas.openxmlformats.org/officeDocument/2006/relationships/slide" Target="/ppt/slides/slide4.xml"/><Relationship Id="rId8" Type="http://schemas.openxmlformats.org/officeDocument/2006/relationships/slide" Target="/ppt/slides/slide4.xml"/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5.xml"/><Relationship Id="rId12" Type="http://schemas.openxmlformats.org/officeDocument/2006/relationships/slide" Target="/ppt/slides/slide5.xml"/><Relationship Id="rId15" Type="http://schemas.openxmlformats.org/officeDocument/2006/relationships/slide" Target="/ppt/slides/slide6.xml"/><Relationship Id="rId14" Type="http://schemas.openxmlformats.org/officeDocument/2006/relationships/image" Target="../media/image2.png"/><Relationship Id="rId17" Type="http://schemas.openxmlformats.org/officeDocument/2006/relationships/slide" Target="/ppt/slides/slide6.xml"/><Relationship Id="rId16" Type="http://schemas.openxmlformats.org/officeDocument/2006/relationships/slide" Target="/ppt/slides/slide6.xml"/><Relationship Id="rId19" Type="http://schemas.openxmlformats.org/officeDocument/2006/relationships/slide" Target="/ppt/slides/slide7.xml"/><Relationship Id="rId18" Type="http://schemas.openxmlformats.org/officeDocument/2006/relationships/slide" Target="/ppt/slides/slide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slidechef.net/" TargetMode="External"/><Relationship Id="rId4" Type="http://schemas.openxmlformats.org/officeDocument/2006/relationships/image" Target="../media/image29.png"/><Relationship Id="rId5" Type="http://schemas.openxmlformats.org/officeDocument/2006/relationships/hyperlink" Target="https://slidechef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791625"/>
            <a:ext cx="1143000" cy="113813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2"/>
          <p:cNvSpPr txBox="1"/>
          <p:nvPr/>
        </p:nvSpPr>
        <p:spPr>
          <a:xfrm>
            <a:off x="5795438" y="1760528"/>
            <a:ext cx="22305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500" u="none" cap="none" strike="noStrike">
                <a:solidFill>
                  <a:srgbClr val="1ED76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Spotify</a:t>
            </a:r>
            <a:endParaRPr sz="1100"/>
          </a:p>
        </p:txBody>
      </p:sp>
      <p:sp>
        <p:nvSpPr>
          <p:cNvPr id="154" name="Google Shape;154;p32"/>
          <p:cNvSpPr txBox="1"/>
          <p:nvPr/>
        </p:nvSpPr>
        <p:spPr>
          <a:xfrm>
            <a:off x="5795450" y="2522275"/>
            <a:ext cx="2778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600">
                <a:solidFill>
                  <a:schemeClr val="lt1"/>
                </a:solidFill>
              </a:rPr>
              <a:t>OS ARTISTAS MAIS OUVIDOS NO MUNDO</a:t>
            </a:r>
            <a:endParaRPr sz="24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descr="A person in a red shirt&#10;&#10;Description automatically generated with medium confidence" id="155" name="Google Shape;155;p32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20" l="0" r="0" t="20"/>
          <a:stretch/>
        </p:blipFill>
        <p:spPr>
          <a:xfrm>
            <a:off x="647700" y="504825"/>
            <a:ext cx="3371851" cy="5153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 txBox="1"/>
          <p:nvPr/>
        </p:nvSpPr>
        <p:spPr>
          <a:xfrm>
            <a:off x="4572000" y="3173575"/>
            <a:ext cx="43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Projeto Final da Disciplina Comunicação e Redes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05050"/>
            </a:gs>
            <a:gs pos="40000">
              <a:srgbClr val="2C2C2C"/>
            </a:gs>
            <a:gs pos="100000">
              <a:srgbClr val="2C2C2C"/>
            </a:gs>
          </a:gsLst>
          <a:lin ang="5400000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/>
          <p:nvPr/>
        </p:nvSpPr>
        <p:spPr>
          <a:xfrm>
            <a:off x="2456025" y="874925"/>
            <a:ext cx="1057500" cy="1057500"/>
          </a:xfrm>
          <a:prstGeom prst="roundRect">
            <a:avLst>
              <a:gd fmla="val 7005" name="adj"/>
            </a:avLst>
          </a:prstGeom>
          <a:solidFill>
            <a:srgbClr val="282828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33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164" name="Google Shape;164;p33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3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3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33"/>
          <p:cNvGrpSpPr/>
          <p:nvPr/>
        </p:nvGrpSpPr>
        <p:grpSpPr>
          <a:xfrm>
            <a:off x="2443540" y="219075"/>
            <a:ext cx="223460" cy="223460"/>
            <a:chOff x="8892506" y="664914"/>
            <a:chExt cx="209401" cy="209401"/>
          </a:xfrm>
        </p:grpSpPr>
        <p:sp>
          <p:nvSpPr>
            <p:cNvPr id="168" name="Google Shape;168;p33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69" name="Google Shape;169;p33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33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171" name="Google Shape;171;p33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172" name="Google Shape;172;p33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33"/>
          <p:cNvSpPr/>
          <p:nvPr/>
        </p:nvSpPr>
        <p:spPr>
          <a:xfrm>
            <a:off x="2256503" y="2107422"/>
            <a:ext cx="6887497" cy="3036078"/>
          </a:xfrm>
          <a:prstGeom prst="rect">
            <a:avLst/>
          </a:prstGeom>
          <a:gradFill>
            <a:gsLst>
              <a:gs pos="0">
                <a:srgbClr val="202020"/>
              </a:gs>
              <a:gs pos="73000">
                <a:srgbClr val="121212"/>
              </a:gs>
              <a:gs pos="100000">
                <a:srgbClr val="121212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3641277" y="1423850"/>
            <a:ext cx="3187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175" name="Google Shape;175;p33"/>
          <p:cNvSpPr txBox="1"/>
          <p:nvPr/>
        </p:nvSpPr>
        <p:spPr>
          <a:xfrm>
            <a:off x="2445025" y="4397475"/>
            <a:ext cx="4574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Bianca Pinheiro de Melo Mendes Pereira</a:t>
            </a:r>
            <a:endParaRPr sz="1100"/>
          </a:p>
        </p:txBody>
      </p:sp>
      <p:sp>
        <p:nvSpPr>
          <p:cNvPr id="176" name="Google Shape;176;p33"/>
          <p:cNvSpPr/>
          <p:nvPr/>
        </p:nvSpPr>
        <p:spPr>
          <a:xfrm>
            <a:off x="4457485" y="2783990"/>
            <a:ext cx="6072" cy="643"/>
          </a:xfrm>
          <a:custGeom>
            <a:rect b="b" l="l" r="r" t="t"/>
            <a:pathLst>
              <a:path extrusionOk="0" h="857" w="8096">
                <a:moveTo>
                  <a:pt x="0" y="857"/>
                </a:moveTo>
                <a:lnTo>
                  <a:pt x="8096" y="857"/>
                </a:lnTo>
                <a:cubicBezTo>
                  <a:pt x="5429" y="-286"/>
                  <a:pt x="2667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3"/>
          <p:cNvSpPr/>
          <p:nvPr/>
        </p:nvSpPr>
        <p:spPr>
          <a:xfrm>
            <a:off x="4457485" y="2783449"/>
            <a:ext cx="6072" cy="1183"/>
          </a:xfrm>
          <a:custGeom>
            <a:rect b="b" l="l" r="r" t="t"/>
            <a:pathLst>
              <a:path extrusionOk="0" h="1578" w="8096">
                <a:moveTo>
                  <a:pt x="0" y="1579"/>
                </a:moveTo>
                <a:cubicBezTo>
                  <a:pt x="2667" y="436"/>
                  <a:pt x="5429" y="436"/>
                  <a:pt x="8096" y="1579"/>
                </a:cubicBezTo>
                <a:cubicBezTo>
                  <a:pt x="5429" y="-231"/>
                  <a:pt x="2667" y="-802"/>
                  <a:pt x="0" y="1579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3"/>
          <p:cNvSpPr/>
          <p:nvPr/>
        </p:nvSpPr>
        <p:spPr>
          <a:xfrm>
            <a:off x="4467629" y="2783990"/>
            <a:ext cx="5071" cy="643"/>
          </a:xfrm>
          <a:custGeom>
            <a:rect b="b" l="l" r="r" t="t"/>
            <a:pathLst>
              <a:path extrusionOk="0" h="857" w="6762">
                <a:moveTo>
                  <a:pt x="0" y="857"/>
                </a:moveTo>
                <a:lnTo>
                  <a:pt x="6763" y="857"/>
                </a:lnTo>
                <a:cubicBezTo>
                  <a:pt x="4477" y="-286"/>
                  <a:pt x="2286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3"/>
          <p:cNvSpPr/>
          <p:nvPr/>
        </p:nvSpPr>
        <p:spPr>
          <a:xfrm>
            <a:off x="4467629" y="2783505"/>
            <a:ext cx="5071" cy="1127"/>
          </a:xfrm>
          <a:custGeom>
            <a:rect b="b" l="l" r="r" t="t"/>
            <a:pathLst>
              <a:path extrusionOk="0" h="1503" w="6762">
                <a:moveTo>
                  <a:pt x="0" y="1504"/>
                </a:moveTo>
                <a:cubicBezTo>
                  <a:pt x="2286" y="361"/>
                  <a:pt x="4477" y="361"/>
                  <a:pt x="6763" y="1504"/>
                </a:cubicBezTo>
                <a:cubicBezTo>
                  <a:pt x="4477" y="-687"/>
                  <a:pt x="2286" y="-306"/>
                  <a:pt x="0" y="1504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33"/>
          <p:cNvCxnSpPr/>
          <p:nvPr/>
        </p:nvCxnSpPr>
        <p:spPr>
          <a:xfrm>
            <a:off x="2465785" y="2571750"/>
            <a:ext cx="6372225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1" name="Google Shape;181;p33"/>
          <p:cNvGrpSpPr/>
          <p:nvPr/>
        </p:nvGrpSpPr>
        <p:grpSpPr>
          <a:xfrm>
            <a:off x="2461967" y="2239970"/>
            <a:ext cx="234777" cy="184895"/>
            <a:chOff x="3309834" y="2990826"/>
            <a:chExt cx="313036" cy="246527"/>
          </a:xfrm>
        </p:grpSpPr>
        <p:sp>
          <p:nvSpPr>
            <p:cNvPr id="182" name="Google Shape;182;p33"/>
            <p:cNvSpPr/>
            <p:nvPr/>
          </p:nvSpPr>
          <p:spPr>
            <a:xfrm>
              <a:off x="3407028" y="2999226"/>
              <a:ext cx="215842" cy="238127"/>
            </a:xfrm>
            <a:custGeom>
              <a:rect b="b" l="l" r="r" t="t"/>
              <a:pathLst>
                <a:path extrusionOk="0" h="128047" w="116064">
                  <a:moveTo>
                    <a:pt x="115527" y="108391"/>
                  </a:moveTo>
                  <a:cubicBezTo>
                    <a:pt x="113261" y="93389"/>
                    <a:pt x="106280" y="81019"/>
                    <a:pt x="94646" y="71344"/>
                  </a:cubicBezTo>
                  <a:cubicBezTo>
                    <a:pt x="90176" y="67609"/>
                    <a:pt x="85154" y="64731"/>
                    <a:pt x="79582" y="62465"/>
                  </a:cubicBezTo>
                  <a:cubicBezTo>
                    <a:pt x="95932" y="49177"/>
                    <a:pt x="96973" y="26153"/>
                    <a:pt x="84052" y="11702"/>
                  </a:cubicBezTo>
                  <a:cubicBezTo>
                    <a:pt x="71315" y="-2627"/>
                    <a:pt x="49516" y="-3974"/>
                    <a:pt x="35187" y="8640"/>
                  </a:cubicBezTo>
                  <a:cubicBezTo>
                    <a:pt x="27900" y="15070"/>
                    <a:pt x="23859" y="23214"/>
                    <a:pt x="23308" y="32889"/>
                  </a:cubicBezTo>
                  <a:cubicBezTo>
                    <a:pt x="22696" y="44891"/>
                    <a:pt x="27288" y="54689"/>
                    <a:pt x="36534" y="62404"/>
                  </a:cubicBezTo>
                  <a:cubicBezTo>
                    <a:pt x="36106" y="62588"/>
                    <a:pt x="35800" y="62771"/>
                    <a:pt x="35432" y="62894"/>
                  </a:cubicBezTo>
                  <a:cubicBezTo>
                    <a:pt x="20981" y="69201"/>
                    <a:pt x="10694" y="79611"/>
                    <a:pt x="4448" y="94123"/>
                  </a:cubicBezTo>
                  <a:cubicBezTo>
                    <a:pt x="529" y="103370"/>
                    <a:pt x="-329" y="112984"/>
                    <a:pt x="100" y="122842"/>
                  </a:cubicBezTo>
                  <a:cubicBezTo>
                    <a:pt x="100" y="124189"/>
                    <a:pt x="712" y="125292"/>
                    <a:pt x="1631" y="126210"/>
                  </a:cubicBezTo>
                  <a:cubicBezTo>
                    <a:pt x="2917" y="127557"/>
                    <a:pt x="4570" y="128047"/>
                    <a:pt x="6407" y="128047"/>
                  </a:cubicBezTo>
                  <a:cubicBezTo>
                    <a:pt x="40821" y="128047"/>
                    <a:pt x="75234" y="128047"/>
                    <a:pt x="109648" y="128047"/>
                  </a:cubicBezTo>
                  <a:cubicBezTo>
                    <a:pt x="110077" y="128047"/>
                    <a:pt x="110567" y="128047"/>
                    <a:pt x="110995" y="127986"/>
                  </a:cubicBezTo>
                  <a:cubicBezTo>
                    <a:pt x="113935" y="127557"/>
                    <a:pt x="116016" y="125414"/>
                    <a:pt x="116016" y="122475"/>
                  </a:cubicBezTo>
                  <a:cubicBezTo>
                    <a:pt x="116078" y="117760"/>
                    <a:pt x="116200" y="113045"/>
                    <a:pt x="115465" y="108330"/>
                  </a:cubicBezTo>
                  <a:close/>
                  <a:moveTo>
                    <a:pt x="34881" y="35094"/>
                  </a:moveTo>
                  <a:cubicBezTo>
                    <a:pt x="34881" y="22234"/>
                    <a:pt x="45107" y="11763"/>
                    <a:pt x="57721" y="11702"/>
                  </a:cubicBezTo>
                  <a:cubicBezTo>
                    <a:pt x="70764" y="11641"/>
                    <a:pt x="81174" y="21928"/>
                    <a:pt x="81235" y="34971"/>
                  </a:cubicBezTo>
                  <a:cubicBezTo>
                    <a:pt x="81297" y="47769"/>
                    <a:pt x="70826" y="58240"/>
                    <a:pt x="57966" y="58240"/>
                  </a:cubicBezTo>
                  <a:cubicBezTo>
                    <a:pt x="45291" y="58240"/>
                    <a:pt x="34881" y="47769"/>
                    <a:pt x="34881" y="35094"/>
                  </a:cubicBezTo>
                  <a:close/>
                  <a:moveTo>
                    <a:pt x="103280" y="116413"/>
                  </a:moveTo>
                  <a:cubicBezTo>
                    <a:pt x="88155" y="116413"/>
                    <a:pt x="73091" y="116413"/>
                    <a:pt x="57966" y="116413"/>
                  </a:cubicBezTo>
                  <a:cubicBezTo>
                    <a:pt x="42842" y="116413"/>
                    <a:pt x="28023" y="116413"/>
                    <a:pt x="13082" y="116413"/>
                  </a:cubicBezTo>
                  <a:cubicBezTo>
                    <a:pt x="11918" y="116413"/>
                    <a:pt x="11551" y="116229"/>
                    <a:pt x="11612" y="114943"/>
                  </a:cubicBezTo>
                  <a:cubicBezTo>
                    <a:pt x="13021" y="94797"/>
                    <a:pt x="22879" y="80529"/>
                    <a:pt x="41494" y="72936"/>
                  </a:cubicBezTo>
                  <a:cubicBezTo>
                    <a:pt x="67274" y="62465"/>
                    <a:pt x="97156" y="78509"/>
                    <a:pt x="103219" y="105697"/>
                  </a:cubicBezTo>
                  <a:cubicBezTo>
                    <a:pt x="103892" y="108820"/>
                    <a:pt x="104259" y="111943"/>
                    <a:pt x="104443" y="115127"/>
                  </a:cubicBezTo>
                  <a:cubicBezTo>
                    <a:pt x="104504" y="116229"/>
                    <a:pt x="104198" y="116351"/>
                    <a:pt x="103219" y="116351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183" name="Google Shape;183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09834" y="2990826"/>
              <a:ext cx="127463" cy="127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33"/>
          <p:cNvGrpSpPr/>
          <p:nvPr/>
        </p:nvGrpSpPr>
        <p:grpSpPr>
          <a:xfrm>
            <a:off x="2868810" y="2320589"/>
            <a:ext cx="175962" cy="34289"/>
            <a:chOff x="249382" y="221673"/>
            <a:chExt cx="234616" cy="45719"/>
          </a:xfrm>
        </p:grpSpPr>
        <p:sp>
          <p:nvSpPr>
            <p:cNvPr id="185" name="Google Shape;185;p33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3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3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picture containing microphone&#10;&#10;Description automatically generated" id="188" name="Google Shape;188;p3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16629" r="16629" t="0"/>
          <a:stretch/>
        </p:blipFill>
        <p:spPr>
          <a:xfrm>
            <a:off x="2452034" y="870243"/>
            <a:ext cx="1057500" cy="1057500"/>
          </a:xfrm>
          <a:prstGeom prst="roundRect">
            <a:avLst>
              <a:gd fmla="val 6867" name="adj"/>
            </a:avLst>
          </a:prstGeom>
          <a:noFill/>
          <a:ln>
            <a:noFill/>
          </a:ln>
        </p:spPr>
      </p:pic>
      <p:sp>
        <p:nvSpPr>
          <p:cNvPr id="189" name="Google Shape;189;p33">
            <a:hlinkClick action="ppaction://hlinksldjump" r:id="rId5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190" name="Google Shape;190;p33">
            <a:hlinkClick action="ppaction://hlinksldjump" r:id="rId6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3">
            <a:hlinkClick action="ppaction://hlinksldjump" r:id="rId7"/>
          </p:cNvPr>
          <p:cNvSpPr txBox="1"/>
          <p:nvPr/>
        </p:nvSpPr>
        <p:spPr>
          <a:xfrm>
            <a:off x="652003" y="97702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192" name="Google Shape;192;p33">
            <a:hlinkClick action="ppaction://hlinksldjump" r:id="rId8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3">
            <a:hlinkClick action="ppaction://hlinksldjump" r:id="rId9"/>
          </p:cNvPr>
          <p:cNvSpPr txBox="1"/>
          <p:nvPr/>
        </p:nvSpPr>
        <p:spPr>
          <a:xfrm>
            <a:off x="652003" y="1313850"/>
            <a:ext cx="10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194" name="Google Shape;194;p33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195" name="Google Shape;195;p33">
              <a:hlinkClick action="ppaction://hlinksldjump" r:id="rId10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3">
              <a:hlinkClick action="ppaction://hlinksldjump" r:id="rId11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3">
              <a:hlinkClick action="ppaction://hlinksldjump" r:id="rId12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33">
            <a:hlinkClick action="ppaction://hlinksldjump" r:id="rId13"/>
          </p:cNvPr>
          <p:cNvSpPr txBox="1"/>
          <p:nvPr/>
        </p:nvSpPr>
        <p:spPr>
          <a:xfrm>
            <a:off x="652007" y="1650650"/>
            <a:ext cx="1128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199" name="Google Shape;199;p33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200" name="Google Shape;200;p33">
              <a:hlinkClick action="ppaction://hlinksldjump" r:id="rId14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01" name="Google Shape;201;p33">
              <a:hlinkClick action="ppaction://hlinksldjump" r:id="rId15"/>
            </p:cNvPr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33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203" name="Google Shape;203;p33">
              <a:hlinkClick action="ppaction://hlinksldjump" r:id="rId17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04" name="Google Shape;204;p33">
              <a:hlinkClick action="ppaction://hlinksldjump" r:id="rId18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3">
            <a:hlinkClick action="ppaction://hlinksldjump" r:id="rId19"/>
          </p:cNvPr>
          <p:cNvSpPr txBox="1"/>
          <p:nvPr/>
        </p:nvSpPr>
        <p:spPr>
          <a:xfrm>
            <a:off x="651992" y="1987469"/>
            <a:ext cx="861053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Services</a:t>
            </a:r>
            <a:endParaRPr sz="1100"/>
          </a:p>
        </p:txBody>
      </p:sp>
      <p:cxnSp>
        <p:nvCxnSpPr>
          <p:cNvPr id="206" name="Google Shape;206;p33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33">
            <a:hlinkClick action="ppaction://hlinksldjump" r:id="rId20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208" name="Google Shape;208;p33">
            <a:hlinkClick action="ppaction://hlinksldjump" r:id="rId21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3">
            <a:hlinkClick action="ppaction://hlinksldjump" r:id="rId22"/>
          </p:cNvPr>
          <p:cNvSpPr txBox="1"/>
          <p:nvPr/>
        </p:nvSpPr>
        <p:spPr>
          <a:xfrm>
            <a:off x="652003" y="294900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210" name="Google Shape;210;p33">
            <a:hlinkClick action="ppaction://hlinksldjump" r:id="rId23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652004" y="3247150"/>
            <a:ext cx="75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212" name="Google Shape;212;p33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213" name="Google Shape;213;p33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33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216" name="Google Shape;216;p33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3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18" name="Google Shape;218;p33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220" name="Google Shape;220;p33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3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2461975" y="3998388"/>
            <a:ext cx="3575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Pedro Ricardo Cantú Benedetti</a:t>
            </a:r>
            <a:endParaRPr sz="1100"/>
          </a:p>
        </p:txBody>
      </p:sp>
      <p:sp>
        <p:nvSpPr>
          <p:cNvPr id="224" name="Google Shape;224;p33"/>
          <p:cNvSpPr txBox="1"/>
          <p:nvPr/>
        </p:nvSpPr>
        <p:spPr>
          <a:xfrm>
            <a:off x="2443175" y="2727650"/>
            <a:ext cx="2463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Lívia de Pádua Ferné</a:t>
            </a:r>
            <a:endParaRPr sz="1100"/>
          </a:p>
        </p:txBody>
      </p:sp>
      <p:sp>
        <p:nvSpPr>
          <p:cNvPr id="225" name="Google Shape;225;p33"/>
          <p:cNvSpPr txBox="1"/>
          <p:nvPr/>
        </p:nvSpPr>
        <p:spPr>
          <a:xfrm>
            <a:off x="2443175" y="3183488"/>
            <a:ext cx="1932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Henrique Ishida</a:t>
            </a:r>
            <a:endParaRPr sz="1100"/>
          </a:p>
        </p:txBody>
      </p:sp>
      <p:sp>
        <p:nvSpPr>
          <p:cNvPr id="226" name="Google Shape;226;p33"/>
          <p:cNvSpPr txBox="1"/>
          <p:nvPr/>
        </p:nvSpPr>
        <p:spPr>
          <a:xfrm>
            <a:off x="2419675" y="3599300"/>
            <a:ext cx="2775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Fernando Yukio Chikuji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1A32"/>
            </a:gs>
            <a:gs pos="73000">
              <a:srgbClr val="121212"/>
            </a:gs>
            <a:gs pos="100000">
              <a:srgbClr val="121212"/>
            </a:gs>
          </a:gsLst>
          <a:lin ang="5400000" scaled="0"/>
        </a:gra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34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233" name="Google Shape;233;p34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4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34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34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237" name="Google Shape;237;p34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38" name="Google Shape;238;p34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34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240" name="Google Shape;240;p34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241" name="Google Shape;241;p34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34"/>
          <p:cNvGrpSpPr/>
          <p:nvPr/>
        </p:nvGrpSpPr>
        <p:grpSpPr>
          <a:xfrm>
            <a:off x="6828349" y="220591"/>
            <a:ext cx="758313" cy="223460"/>
            <a:chOff x="9104466" y="294121"/>
            <a:chExt cx="1011084" cy="297947"/>
          </a:xfrm>
        </p:grpSpPr>
        <p:sp>
          <p:nvSpPr>
            <p:cNvPr id="243" name="Google Shape;243;p34"/>
            <p:cNvSpPr/>
            <p:nvPr/>
          </p:nvSpPr>
          <p:spPr>
            <a:xfrm>
              <a:off x="9104466" y="294121"/>
              <a:ext cx="1011084" cy="297947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34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245" name="Google Shape;245;p34"/>
          <p:cNvSpPr/>
          <p:nvPr/>
        </p:nvSpPr>
        <p:spPr>
          <a:xfrm>
            <a:off x="7821330" y="220591"/>
            <a:ext cx="1022632" cy="22346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247" name="Google Shape;247;p34"/>
          <p:cNvSpPr/>
          <p:nvPr/>
        </p:nvSpPr>
        <p:spPr>
          <a:xfrm>
            <a:off x="7849446" y="241506"/>
            <a:ext cx="178595" cy="178595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4"/>
          <p:cNvSpPr/>
          <p:nvPr/>
        </p:nvSpPr>
        <p:spPr>
          <a:xfrm rot="3600000">
            <a:off x="8687381" y="291189"/>
            <a:ext cx="64907" cy="55954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251" name="Google Shape;251;p34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>
            <a:hlinkClick action="ppaction://hlinksldjump" r:id="rId5"/>
          </p:cNvPr>
          <p:cNvSpPr txBox="1"/>
          <p:nvPr/>
        </p:nvSpPr>
        <p:spPr>
          <a:xfrm>
            <a:off x="652004" y="97702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253" name="Google Shape;253;p34">
            <a:hlinkClick action="ppaction://hlinksldjump" r:id="rId6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>
            <a:hlinkClick action="ppaction://hlinksldjump" r:id="rId7"/>
          </p:cNvPr>
          <p:cNvSpPr txBox="1"/>
          <p:nvPr/>
        </p:nvSpPr>
        <p:spPr>
          <a:xfrm>
            <a:off x="652002" y="13138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255" name="Google Shape;255;p34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256" name="Google Shape;256;p34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34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34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34">
            <a:hlinkClick action="ppaction://hlinksldjump" r:id="rId11"/>
          </p:cNvPr>
          <p:cNvSpPr txBox="1"/>
          <p:nvPr/>
        </p:nvSpPr>
        <p:spPr>
          <a:xfrm>
            <a:off x="652006" y="1650650"/>
            <a:ext cx="10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260" name="Google Shape;260;p34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261" name="Google Shape;261;p34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262" name="Google Shape;262;p34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34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264" name="Google Shape;264;p34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265" name="Google Shape;265;p34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34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267" name="Google Shape;267;p34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p34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269" name="Google Shape;269;p34">
            <a:hlinkClick action="ppaction://hlinksldjump" r:id="rId19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4">
            <a:hlinkClick action="ppaction://hlinksldjump" r:id="rId20"/>
          </p:cNvPr>
          <p:cNvSpPr txBox="1"/>
          <p:nvPr/>
        </p:nvSpPr>
        <p:spPr>
          <a:xfrm>
            <a:off x="652003" y="294900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271" name="Google Shape;271;p34">
            <a:hlinkClick action="ppaction://hlinksldjump" r:id="rId21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652007" y="3247150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273" name="Google Shape;273;p34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274" name="Google Shape;274;p34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34"/>
          <p:cNvSpPr txBox="1"/>
          <p:nvPr/>
        </p:nvSpPr>
        <p:spPr>
          <a:xfrm>
            <a:off x="2412515" y="1430813"/>
            <a:ext cx="2159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277" name="Google Shape;277;p34"/>
          <p:cNvSpPr/>
          <p:nvPr/>
        </p:nvSpPr>
        <p:spPr>
          <a:xfrm>
            <a:off x="3671762" y="3037295"/>
            <a:ext cx="6072" cy="643"/>
          </a:xfrm>
          <a:custGeom>
            <a:rect b="b" l="l" r="r" t="t"/>
            <a:pathLst>
              <a:path extrusionOk="0" h="857" w="8096">
                <a:moveTo>
                  <a:pt x="8096" y="0"/>
                </a:moveTo>
                <a:lnTo>
                  <a:pt x="0" y="0"/>
                </a:lnTo>
                <a:cubicBezTo>
                  <a:pt x="2667" y="1143"/>
                  <a:pt x="5429" y="1143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3671762" y="3037295"/>
            <a:ext cx="6072" cy="1179"/>
          </a:xfrm>
          <a:custGeom>
            <a:rect b="b" l="l" r="r" t="t"/>
            <a:pathLst>
              <a:path extrusionOk="0" h="1572" w="8096">
                <a:moveTo>
                  <a:pt x="8096" y="0"/>
                </a:moveTo>
                <a:cubicBezTo>
                  <a:pt x="5429" y="1143"/>
                  <a:pt x="2667" y="1143"/>
                  <a:pt x="0" y="0"/>
                </a:cubicBezTo>
                <a:cubicBezTo>
                  <a:pt x="2667" y="2191"/>
                  <a:pt x="5429" y="2000"/>
                  <a:pt x="8096" y="0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2412514" y="1938530"/>
            <a:ext cx="64314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Kaggle</a:t>
            </a:r>
            <a:endParaRPr b="1"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Top 50 songs of each country in Spotify - Updated May 2020</a:t>
            </a:r>
            <a:endParaRPr b="1"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62 países</a:t>
            </a:r>
            <a:endParaRPr b="1"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B5B2"/>
              </a:buClr>
              <a:buSzPts val="1300"/>
              <a:buFont typeface="Open Sans"/>
              <a:buChar char="●"/>
            </a:pPr>
            <a:r>
              <a:rPr b="1" lang="en-GB" sz="13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760 artistas</a:t>
            </a:r>
            <a:endParaRPr b="1" sz="13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0" name="Google Shape;280;p34"/>
          <p:cNvGrpSpPr/>
          <p:nvPr/>
        </p:nvGrpSpPr>
        <p:grpSpPr>
          <a:xfrm>
            <a:off x="2490738" y="3311783"/>
            <a:ext cx="1489765" cy="439005"/>
            <a:chOff x="3660298" y="4527635"/>
            <a:chExt cx="1986353" cy="585340"/>
          </a:xfrm>
        </p:grpSpPr>
        <p:sp>
          <p:nvSpPr>
            <p:cNvPr id="281" name="Google Shape;281;p34"/>
            <p:cNvSpPr/>
            <p:nvPr/>
          </p:nvSpPr>
          <p:spPr>
            <a:xfrm>
              <a:off x="3660298" y="4527635"/>
              <a:ext cx="1986353" cy="585340"/>
            </a:xfrm>
            <a:prstGeom prst="roundRect">
              <a:avLst>
                <a:gd fmla="val 50000" name="adj"/>
              </a:avLst>
            </a:pr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4"/>
            <p:cNvSpPr txBox="1"/>
            <p:nvPr/>
          </p:nvSpPr>
          <p:spPr>
            <a:xfrm>
              <a:off x="4160399" y="4599658"/>
              <a:ext cx="9861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Play</a:t>
              </a:r>
              <a:endParaRPr sz="1100"/>
            </a:p>
          </p:txBody>
        </p:sp>
      </p:grpSp>
      <p:grpSp>
        <p:nvGrpSpPr>
          <p:cNvPr id="283" name="Google Shape;283;p34"/>
          <p:cNvGrpSpPr/>
          <p:nvPr/>
        </p:nvGrpSpPr>
        <p:grpSpPr>
          <a:xfrm>
            <a:off x="4282818" y="3311783"/>
            <a:ext cx="1489765" cy="439005"/>
            <a:chOff x="6096000" y="4527635"/>
            <a:chExt cx="1986353" cy="585340"/>
          </a:xfrm>
        </p:grpSpPr>
        <p:sp>
          <p:nvSpPr>
            <p:cNvPr id="284" name="Google Shape;284;p34"/>
            <p:cNvSpPr/>
            <p:nvPr/>
          </p:nvSpPr>
          <p:spPr>
            <a:xfrm>
              <a:off x="6096000" y="4527635"/>
              <a:ext cx="1986353" cy="58534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4"/>
            <p:cNvSpPr txBox="1"/>
            <p:nvPr/>
          </p:nvSpPr>
          <p:spPr>
            <a:xfrm>
              <a:off x="6461426" y="4607858"/>
              <a:ext cx="12555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Follow</a:t>
              </a:r>
              <a:endParaRPr sz="1100"/>
            </a:p>
          </p:txBody>
        </p:sp>
      </p:grpSp>
      <p:grpSp>
        <p:nvGrpSpPr>
          <p:cNvPr id="286" name="Google Shape;286;p34"/>
          <p:cNvGrpSpPr/>
          <p:nvPr/>
        </p:nvGrpSpPr>
        <p:grpSpPr>
          <a:xfrm>
            <a:off x="6074898" y="3511025"/>
            <a:ext cx="271058" cy="52820"/>
            <a:chOff x="8439178" y="4793291"/>
            <a:chExt cx="361410" cy="70427"/>
          </a:xfrm>
        </p:grpSpPr>
        <p:sp>
          <p:nvSpPr>
            <p:cNvPr id="287" name="Google Shape;287;p34"/>
            <p:cNvSpPr/>
            <p:nvPr/>
          </p:nvSpPr>
          <p:spPr>
            <a:xfrm>
              <a:off x="8439178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8585904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8730161" y="4793291"/>
              <a:ext cx="70427" cy="70427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0" name="Google Shape;290;p34" title="VID_20231203_162554.mp4">
            <a:hlinkClick r:id="rId22"/>
          </p:cNvPr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18475" y="3822433"/>
            <a:ext cx="1489752" cy="83796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 txBox="1"/>
          <p:nvPr/>
        </p:nvSpPr>
        <p:spPr>
          <a:xfrm>
            <a:off x="451951" y="4843650"/>
            <a:ext cx="45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Lívia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2C2C"/>
            </a:gs>
            <a:gs pos="55000">
              <a:schemeClr val="dk1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35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298" name="Google Shape;298;p35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35"/>
          <p:cNvGrpSpPr/>
          <p:nvPr/>
        </p:nvGrpSpPr>
        <p:grpSpPr>
          <a:xfrm>
            <a:off x="2443540" y="219075"/>
            <a:ext cx="223460" cy="223460"/>
            <a:chOff x="8892506" y="664914"/>
            <a:chExt cx="209401" cy="209401"/>
          </a:xfrm>
        </p:grpSpPr>
        <p:sp>
          <p:nvSpPr>
            <p:cNvPr id="302" name="Google Shape;302;p35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03" name="Google Shape;303;p35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35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305" name="Google Shape;305;p35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06" name="Google Shape;306;p35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35"/>
          <p:cNvSpPr txBox="1"/>
          <p:nvPr/>
        </p:nvSpPr>
        <p:spPr>
          <a:xfrm>
            <a:off x="2373024" y="1423850"/>
            <a:ext cx="3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sp>
        <p:nvSpPr>
          <p:cNvPr id="308" name="Google Shape;308;p35"/>
          <p:cNvSpPr/>
          <p:nvPr/>
        </p:nvSpPr>
        <p:spPr>
          <a:xfrm>
            <a:off x="2465785" y="2107421"/>
            <a:ext cx="1428833" cy="2364554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2608657" y="2326710"/>
            <a:ext cx="1143089" cy="1143089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2652762" y="3832047"/>
            <a:ext cx="71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</a:t>
            </a: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11" name="Google Shape;311;p35"/>
          <p:cNvSpPr txBox="1"/>
          <p:nvPr/>
        </p:nvSpPr>
        <p:spPr>
          <a:xfrm>
            <a:off x="2652751" y="4068025"/>
            <a:ext cx="834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Linguagem</a:t>
            </a:r>
            <a:endParaRPr sz="1100"/>
          </a:p>
        </p:txBody>
      </p:sp>
      <p:sp>
        <p:nvSpPr>
          <p:cNvPr id="312" name="Google Shape;312;p35"/>
          <p:cNvSpPr/>
          <p:nvPr/>
        </p:nvSpPr>
        <p:spPr>
          <a:xfrm>
            <a:off x="4112305" y="2107421"/>
            <a:ext cx="1428833" cy="2364554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4255177" y="2326710"/>
            <a:ext cx="1143089" cy="1143089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5"/>
          <p:cNvSpPr txBox="1"/>
          <p:nvPr/>
        </p:nvSpPr>
        <p:spPr>
          <a:xfrm>
            <a:off x="4299282" y="3832047"/>
            <a:ext cx="8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Gephi</a:t>
            </a:r>
            <a:endParaRPr sz="1100"/>
          </a:p>
        </p:txBody>
      </p:sp>
      <p:sp>
        <p:nvSpPr>
          <p:cNvPr id="315" name="Google Shape;315;p35"/>
          <p:cNvSpPr txBox="1"/>
          <p:nvPr/>
        </p:nvSpPr>
        <p:spPr>
          <a:xfrm>
            <a:off x="4299276" y="4068025"/>
            <a:ext cx="641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Programa</a:t>
            </a:r>
            <a:endParaRPr sz="1100"/>
          </a:p>
        </p:txBody>
      </p:sp>
      <p:sp>
        <p:nvSpPr>
          <p:cNvPr id="316" name="Google Shape;316;p35"/>
          <p:cNvSpPr/>
          <p:nvPr/>
        </p:nvSpPr>
        <p:spPr>
          <a:xfrm>
            <a:off x="5758825" y="2107421"/>
            <a:ext cx="1428833" cy="2364554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5955900" y="3832050"/>
            <a:ext cx="118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Centralidades</a:t>
            </a:r>
            <a:endParaRPr sz="1100"/>
          </a:p>
        </p:txBody>
      </p:sp>
      <p:sp>
        <p:nvSpPr>
          <p:cNvPr id="318" name="Google Shape;318;p35"/>
          <p:cNvSpPr/>
          <p:nvPr/>
        </p:nvSpPr>
        <p:spPr>
          <a:xfrm>
            <a:off x="5901697" y="2326710"/>
            <a:ext cx="1143088" cy="1143089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5945800" y="4068025"/>
            <a:ext cx="1086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Teoria dos grafos</a:t>
            </a:r>
            <a:endParaRPr sz="8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35"/>
          <p:cNvSpPr/>
          <p:nvPr/>
        </p:nvSpPr>
        <p:spPr>
          <a:xfrm>
            <a:off x="7405344" y="2107421"/>
            <a:ext cx="1428833" cy="2364554"/>
          </a:xfrm>
          <a:prstGeom prst="roundRect">
            <a:avLst>
              <a:gd fmla="val 6568" name="adj"/>
            </a:avLst>
          </a:pr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5"/>
          <p:cNvSpPr/>
          <p:nvPr/>
        </p:nvSpPr>
        <p:spPr>
          <a:xfrm>
            <a:off x="7548216" y="2326710"/>
            <a:ext cx="1143088" cy="1143089"/>
          </a:xfrm>
          <a:prstGeom prst="ellipse">
            <a:avLst/>
          </a:pr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7592321" y="3832047"/>
            <a:ext cx="970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Modularidade</a:t>
            </a:r>
            <a:endParaRPr sz="1100"/>
          </a:p>
        </p:txBody>
      </p:sp>
      <p:sp>
        <p:nvSpPr>
          <p:cNvPr id="323" name="Google Shape;323;p35"/>
          <p:cNvSpPr txBox="1"/>
          <p:nvPr/>
        </p:nvSpPr>
        <p:spPr>
          <a:xfrm>
            <a:off x="7592324" y="4068025"/>
            <a:ext cx="834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B4B5B2"/>
                </a:solidFill>
                <a:latin typeface="Open Sans"/>
                <a:ea typeface="Open Sans"/>
                <a:cs typeface="Open Sans"/>
                <a:sym typeface="Open Sans"/>
              </a:rPr>
              <a:t>Comunidades</a:t>
            </a:r>
            <a:endParaRPr sz="1100"/>
          </a:p>
        </p:txBody>
      </p:sp>
      <p:sp>
        <p:nvSpPr>
          <p:cNvPr id="324" name="Google Shape;324;p35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325" name="Google Shape;325;p35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5">
            <a:hlinkClick action="ppaction://hlinksldjump" r:id="rId5"/>
          </p:cNvPr>
          <p:cNvSpPr txBox="1"/>
          <p:nvPr/>
        </p:nvSpPr>
        <p:spPr>
          <a:xfrm>
            <a:off x="652000" y="977025"/>
            <a:ext cx="108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900">
              <a:solidFill>
                <a:srgbClr val="B4B5B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27" name="Google Shape;327;p35">
            <a:hlinkClick action="ppaction://hlinksldjump" r:id="rId6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5">
            <a:hlinkClick action="ppaction://hlinksldjump" r:id="rId7"/>
          </p:cNvPr>
          <p:cNvSpPr txBox="1"/>
          <p:nvPr/>
        </p:nvSpPr>
        <p:spPr>
          <a:xfrm>
            <a:off x="652003" y="1313850"/>
            <a:ext cx="108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329" name="Google Shape;329;p35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330" name="Google Shape;330;p35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5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5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35">
            <a:hlinkClick action="ppaction://hlinksldjump" r:id="rId11"/>
          </p:cNvPr>
          <p:cNvSpPr txBox="1"/>
          <p:nvPr/>
        </p:nvSpPr>
        <p:spPr>
          <a:xfrm>
            <a:off x="652007" y="1650650"/>
            <a:ext cx="108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334" name="Google Shape;334;p35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335" name="Google Shape;335;p35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336" name="Google Shape;336;p35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35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338" name="Google Shape;338;p35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339" name="Google Shape;339;p35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35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341" name="Google Shape;341;p35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2" name="Google Shape;342;p35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343" name="Google Shape;343;p35">
            <a:hlinkClick action="ppaction://hlinksldjump" r:id="rId19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>
            <a:hlinkClick action="ppaction://hlinksldjump" r:id="rId20"/>
          </p:cNvPr>
          <p:cNvSpPr txBox="1"/>
          <p:nvPr/>
        </p:nvSpPr>
        <p:spPr>
          <a:xfrm>
            <a:off x="652002" y="2949000"/>
            <a:ext cx="8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345" name="Google Shape;345;p35">
            <a:hlinkClick action="ppaction://hlinksldjump" r:id="rId21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652005" y="3247150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347" name="Google Shape;347;p35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348" name="Google Shape;348;p35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35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351" name="Google Shape;351;p35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5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353" name="Google Shape;353;p35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5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355" name="Google Shape;355;p35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5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35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612844" y="2326707"/>
            <a:ext cx="1143100" cy="11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5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255175" y="2326700"/>
            <a:ext cx="1143100" cy="11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5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901700" y="2297988"/>
            <a:ext cx="1143100" cy="1200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5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548200" y="2326700"/>
            <a:ext cx="1143075" cy="113800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/>
          <p:nvPr/>
        </p:nvSpPr>
        <p:spPr>
          <a:xfrm>
            <a:off x="4174625" y="1296238"/>
            <a:ext cx="8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Ferramentas</a:t>
            </a:r>
            <a:endParaRPr sz="1100"/>
          </a:p>
        </p:txBody>
      </p:sp>
      <p:sp>
        <p:nvSpPr>
          <p:cNvPr id="363" name="Google Shape;363;p35"/>
          <p:cNvSpPr txBox="1"/>
          <p:nvPr/>
        </p:nvSpPr>
        <p:spPr>
          <a:xfrm>
            <a:off x="424749" y="4843650"/>
            <a:ext cx="89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Henrique</a:t>
            </a:r>
            <a:endParaRPr sz="1100"/>
          </a:p>
        </p:txBody>
      </p:sp>
      <p:pic>
        <p:nvPicPr>
          <p:cNvPr id="364" name="Google Shape;364;p35" title="Video - Metodologia.mkv">
            <a:hlinkClick r:id="rId26"/>
          </p:cNvPr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42388" y="3884884"/>
            <a:ext cx="1506125" cy="847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05050"/>
            </a:gs>
            <a:gs pos="40000">
              <a:srgbClr val="2C2C2C"/>
            </a:gs>
            <a:gs pos="100000">
              <a:srgbClr val="2C2C2C"/>
            </a:gs>
          </a:gsLst>
          <a:lin ang="5400000" scaled="0"/>
        </a:gra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/>
          <p:nvPr/>
        </p:nvSpPr>
        <p:spPr>
          <a:xfrm>
            <a:off x="2456025" y="874925"/>
            <a:ext cx="1057500" cy="1057500"/>
          </a:xfrm>
          <a:prstGeom prst="roundRect">
            <a:avLst>
              <a:gd fmla="val 7005" name="adj"/>
            </a:avLst>
          </a:prstGeom>
          <a:solidFill>
            <a:srgbClr val="282828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" name="Google Shape;371;p36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372" name="Google Shape;372;p36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36"/>
          <p:cNvGrpSpPr/>
          <p:nvPr/>
        </p:nvGrpSpPr>
        <p:grpSpPr>
          <a:xfrm>
            <a:off x="2443540" y="219075"/>
            <a:ext cx="223460" cy="223460"/>
            <a:chOff x="8892506" y="664914"/>
            <a:chExt cx="209401" cy="209401"/>
          </a:xfrm>
        </p:grpSpPr>
        <p:sp>
          <p:nvSpPr>
            <p:cNvPr id="376" name="Google Shape;376;p36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77" name="Google Shape;377;p36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36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379" name="Google Shape;379;p36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380" name="Google Shape;380;p36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36"/>
          <p:cNvSpPr/>
          <p:nvPr/>
        </p:nvSpPr>
        <p:spPr>
          <a:xfrm>
            <a:off x="2256503" y="2107422"/>
            <a:ext cx="6887497" cy="3036078"/>
          </a:xfrm>
          <a:prstGeom prst="rect">
            <a:avLst/>
          </a:prstGeom>
          <a:gradFill>
            <a:gsLst>
              <a:gs pos="0">
                <a:srgbClr val="202020"/>
              </a:gs>
              <a:gs pos="73000">
                <a:srgbClr val="121212"/>
              </a:gs>
              <a:gs pos="100000">
                <a:srgbClr val="121212"/>
              </a:gs>
            </a:gsLst>
            <a:lin ang="5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6"/>
          <p:cNvSpPr txBox="1"/>
          <p:nvPr/>
        </p:nvSpPr>
        <p:spPr>
          <a:xfrm>
            <a:off x="3641275" y="1423850"/>
            <a:ext cx="360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sp>
        <p:nvSpPr>
          <p:cNvPr id="383" name="Google Shape;383;p36"/>
          <p:cNvSpPr txBox="1"/>
          <p:nvPr/>
        </p:nvSpPr>
        <p:spPr>
          <a:xfrm>
            <a:off x="3641277" y="1187125"/>
            <a:ext cx="1315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 x Países</a:t>
            </a:r>
            <a:endParaRPr sz="1100"/>
          </a:p>
        </p:txBody>
      </p:sp>
      <p:grpSp>
        <p:nvGrpSpPr>
          <p:cNvPr id="384" name="Google Shape;384;p36"/>
          <p:cNvGrpSpPr/>
          <p:nvPr/>
        </p:nvGrpSpPr>
        <p:grpSpPr>
          <a:xfrm>
            <a:off x="3396063" y="2320589"/>
            <a:ext cx="175962" cy="34289"/>
            <a:chOff x="249382" y="221673"/>
            <a:chExt cx="234616" cy="45719"/>
          </a:xfrm>
        </p:grpSpPr>
        <p:sp>
          <p:nvSpPr>
            <p:cNvPr id="385" name="Google Shape;385;p36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36"/>
          <p:cNvGrpSpPr/>
          <p:nvPr/>
        </p:nvGrpSpPr>
        <p:grpSpPr>
          <a:xfrm>
            <a:off x="2466268" y="2217985"/>
            <a:ext cx="246604" cy="246604"/>
            <a:chOff x="4435965" y="2957314"/>
            <a:chExt cx="328805" cy="328805"/>
          </a:xfrm>
        </p:grpSpPr>
        <p:sp>
          <p:nvSpPr>
            <p:cNvPr id="389" name="Google Shape;389;p36"/>
            <p:cNvSpPr/>
            <p:nvPr/>
          </p:nvSpPr>
          <p:spPr>
            <a:xfrm>
              <a:off x="4435965" y="2957314"/>
              <a:ext cx="328805" cy="328805"/>
            </a:xfrm>
            <a:prstGeom prst="ellipse">
              <a:avLst/>
            </a:pr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6"/>
            <p:cNvSpPr/>
            <p:nvPr/>
          </p:nvSpPr>
          <p:spPr>
            <a:xfrm rot="-1800000">
              <a:off x="4531210" y="3053409"/>
              <a:ext cx="128957" cy="11117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Heart outline" id="391" name="Google Shape;391;p36"/>
          <p:cNvSpPr/>
          <p:nvPr/>
        </p:nvSpPr>
        <p:spPr>
          <a:xfrm>
            <a:off x="2855413" y="2282557"/>
            <a:ext cx="122331" cy="115909"/>
          </a:xfrm>
          <a:custGeom>
            <a:rect b="b" l="l" r="r" t="t"/>
            <a:pathLst>
              <a:path extrusionOk="0" h="613695" w="647700">
                <a:moveTo>
                  <a:pt x="485775" y="0"/>
                </a:moveTo>
                <a:cubicBezTo>
                  <a:pt x="430435" y="0"/>
                  <a:pt x="370751" y="34862"/>
                  <a:pt x="323850" y="127921"/>
                </a:cubicBezTo>
                <a:cubicBezTo>
                  <a:pt x="276958" y="34881"/>
                  <a:pt x="217256" y="0"/>
                  <a:pt x="161925" y="0"/>
                </a:cubicBezTo>
                <a:cubicBezTo>
                  <a:pt x="75657" y="0"/>
                  <a:pt x="0" y="84773"/>
                  <a:pt x="0" y="166021"/>
                </a:cubicBezTo>
                <a:cubicBezTo>
                  <a:pt x="0" y="366046"/>
                  <a:pt x="323850" y="613696"/>
                  <a:pt x="323850" y="613696"/>
                </a:cubicBezTo>
                <a:cubicBezTo>
                  <a:pt x="323850" y="613696"/>
                  <a:pt x="647700" y="366046"/>
                  <a:pt x="647700" y="166021"/>
                </a:cubicBezTo>
                <a:cubicBezTo>
                  <a:pt x="647700" y="84782"/>
                  <a:pt x="572033" y="0"/>
                  <a:pt x="485775" y="0"/>
                </a:cubicBezTo>
                <a:close/>
                <a:moveTo>
                  <a:pt x="323850" y="589378"/>
                </a:moveTo>
                <a:cubicBezTo>
                  <a:pt x="266843" y="543335"/>
                  <a:pt x="19050" y="333499"/>
                  <a:pt x="19050" y="166021"/>
                </a:cubicBezTo>
                <a:cubicBezTo>
                  <a:pt x="20547" y="128334"/>
                  <a:pt x="36017" y="92554"/>
                  <a:pt x="62446" y="65646"/>
                </a:cubicBezTo>
                <a:cubicBezTo>
                  <a:pt x="87887" y="37229"/>
                  <a:pt x="123808" y="20403"/>
                  <a:pt x="161925" y="19050"/>
                </a:cubicBezTo>
                <a:cubicBezTo>
                  <a:pt x="218008" y="19050"/>
                  <a:pt x="268119" y="59665"/>
                  <a:pt x="306838" y="136493"/>
                </a:cubicBezTo>
                <a:lnTo>
                  <a:pt x="323850" y="170250"/>
                </a:lnTo>
                <a:lnTo>
                  <a:pt x="340862" y="136493"/>
                </a:lnTo>
                <a:cubicBezTo>
                  <a:pt x="379581" y="59665"/>
                  <a:pt x="429692" y="19050"/>
                  <a:pt x="485775" y="19050"/>
                </a:cubicBezTo>
                <a:cubicBezTo>
                  <a:pt x="557879" y="19050"/>
                  <a:pt x="628650" y="91850"/>
                  <a:pt x="628650" y="166021"/>
                </a:cubicBezTo>
                <a:cubicBezTo>
                  <a:pt x="628650" y="333499"/>
                  <a:pt x="380857" y="543335"/>
                  <a:pt x="323850" y="589378"/>
                </a:cubicBezTo>
                <a:close/>
              </a:path>
            </a:pathLst>
          </a:custGeom>
          <a:solidFill>
            <a:srgbClr val="B4B5B2"/>
          </a:solidFill>
          <a:ln cap="flat" cmpd="sng" w="9525">
            <a:solidFill>
              <a:srgbClr val="B4B5B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36"/>
          <p:cNvGrpSpPr/>
          <p:nvPr/>
        </p:nvGrpSpPr>
        <p:grpSpPr>
          <a:xfrm>
            <a:off x="3120285" y="2273894"/>
            <a:ext cx="133236" cy="133236"/>
            <a:chOff x="5734050" y="3067050"/>
            <a:chExt cx="723900" cy="723900"/>
          </a:xfrm>
        </p:grpSpPr>
        <p:sp>
          <p:nvSpPr>
            <p:cNvPr id="393" name="Google Shape;393;p36"/>
            <p:cNvSpPr/>
            <p:nvPr/>
          </p:nvSpPr>
          <p:spPr>
            <a:xfrm rot="-5400000">
              <a:off x="5876937" y="3267776"/>
              <a:ext cx="438124" cy="322424"/>
            </a:xfrm>
            <a:custGeom>
              <a:rect b="b" l="l" r="r" t="t"/>
              <a:pathLst>
                <a:path extrusionOk="0" h="322424" w="438124">
                  <a:moveTo>
                    <a:pt x="438125" y="161212"/>
                  </a:moveTo>
                  <a:cubicBezTo>
                    <a:pt x="438125" y="176994"/>
                    <a:pt x="425331" y="189787"/>
                    <a:pt x="409550" y="189787"/>
                  </a:cubicBezTo>
                  <a:lnTo>
                    <a:pt x="97511" y="189787"/>
                  </a:lnTo>
                  <a:lnTo>
                    <a:pt x="182093" y="274369"/>
                  </a:lnTo>
                  <a:cubicBezTo>
                    <a:pt x="192851" y="285915"/>
                    <a:pt x="192213" y="303997"/>
                    <a:pt x="180667" y="314755"/>
                  </a:cubicBezTo>
                  <a:cubicBezTo>
                    <a:pt x="169693" y="324981"/>
                    <a:pt x="152681" y="324981"/>
                    <a:pt x="141707" y="314755"/>
                  </a:cubicBezTo>
                  <a:lnTo>
                    <a:pt x="8357" y="181405"/>
                  </a:lnTo>
                  <a:cubicBezTo>
                    <a:pt x="-2786" y="170249"/>
                    <a:pt x="-2786" y="152176"/>
                    <a:pt x="8357" y="141019"/>
                  </a:cubicBezTo>
                  <a:lnTo>
                    <a:pt x="141707" y="7669"/>
                  </a:lnTo>
                  <a:cubicBezTo>
                    <a:pt x="153253" y="-3089"/>
                    <a:pt x="171334" y="-2451"/>
                    <a:pt x="182093" y="9095"/>
                  </a:cubicBezTo>
                  <a:cubicBezTo>
                    <a:pt x="192319" y="20069"/>
                    <a:pt x="192319" y="37081"/>
                    <a:pt x="182093" y="48055"/>
                  </a:cubicBezTo>
                  <a:lnTo>
                    <a:pt x="97511" y="132637"/>
                  </a:lnTo>
                  <a:lnTo>
                    <a:pt x="409550" y="132637"/>
                  </a:lnTo>
                  <a:cubicBezTo>
                    <a:pt x="425331" y="132637"/>
                    <a:pt x="438125" y="145431"/>
                    <a:pt x="438125" y="16121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6"/>
            <p:cNvSpPr/>
            <p:nvPr/>
          </p:nvSpPr>
          <p:spPr>
            <a:xfrm rot="-5400000">
              <a:off x="5734050" y="3067050"/>
              <a:ext cx="723900" cy="723900"/>
            </a:xfrm>
            <a:custGeom>
              <a:rect b="b" l="l" r="r" t="t"/>
              <a:pathLst>
                <a:path extrusionOk="0" h="723900" w="723900">
                  <a:moveTo>
                    <a:pt x="0" y="361950"/>
                  </a:moveTo>
                  <a:cubicBezTo>
                    <a:pt x="0" y="561850"/>
                    <a:pt x="162051" y="723900"/>
                    <a:pt x="361950" y="723900"/>
                  </a:cubicBezTo>
                  <a:cubicBezTo>
                    <a:pt x="561850" y="723900"/>
                    <a:pt x="723900" y="561850"/>
                    <a:pt x="723900" y="361950"/>
                  </a:cubicBezTo>
                  <a:cubicBezTo>
                    <a:pt x="723900" y="162051"/>
                    <a:pt x="561850" y="0"/>
                    <a:pt x="361950" y="0"/>
                  </a:cubicBezTo>
                  <a:cubicBezTo>
                    <a:pt x="162051" y="0"/>
                    <a:pt x="0" y="162051"/>
                    <a:pt x="0" y="361950"/>
                  </a:cubicBezTo>
                  <a:close/>
                  <a:moveTo>
                    <a:pt x="57150" y="361950"/>
                  </a:moveTo>
                  <a:cubicBezTo>
                    <a:pt x="57150" y="193614"/>
                    <a:pt x="193614" y="57150"/>
                    <a:pt x="361950" y="57150"/>
                  </a:cubicBezTo>
                  <a:cubicBezTo>
                    <a:pt x="530286" y="57150"/>
                    <a:pt x="666750" y="193614"/>
                    <a:pt x="666750" y="361950"/>
                  </a:cubicBezTo>
                  <a:cubicBezTo>
                    <a:pt x="666750" y="530286"/>
                    <a:pt x="530286" y="666750"/>
                    <a:pt x="361950" y="666750"/>
                  </a:cubicBezTo>
                  <a:cubicBezTo>
                    <a:pt x="193614" y="666750"/>
                    <a:pt x="57150" y="530286"/>
                    <a:pt x="57150" y="361950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36"/>
          <p:cNvSpPr/>
          <p:nvPr/>
        </p:nvSpPr>
        <p:spPr>
          <a:xfrm>
            <a:off x="4528129" y="2783990"/>
            <a:ext cx="6072" cy="643"/>
          </a:xfrm>
          <a:custGeom>
            <a:rect b="b" l="l" r="r" t="t"/>
            <a:pathLst>
              <a:path extrusionOk="0" h="857" w="8096">
                <a:moveTo>
                  <a:pt x="0" y="857"/>
                </a:moveTo>
                <a:lnTo>
                  <a:pt x="8096" y="857"/>
                </a:lnTo>
                <a:cubicBezTo>
                  <a:pt x="5429" y="-286"/>
                  <a:pt x="2667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4528129" y="2783449"/>
            <a:ext cx="6072" cy="1183"/>
          </a:xfrm>
          <a:custGeom>
            <a:rect b="b" l="l" r="r" t="t"/>
            <a:pathLst>
              <a:path extrusionOk="0" h="1578" w="8096">
                <a:moveTo>
                  <a:pt x="0" y="1579"/>
                </a:moveTo>
                <a:cubicBezTo>
                  <a:pt x="2667" y="436"/>
                  <a:pt x="5429" y="436"/>
                  <a:pt x="8096" y="1579"/>
                </a:cubicBezTo>
                <a:cubicBezTo>
                  <a:pt x="5429" y="-231"/>
                  <a:pt x="2667" y="-802"/>
                  <a:pt x="0" y="1579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4538273" y="2783990"/>
            <a:ext cx="5071" cy="643"/>
          </a:xfrm>
          <a:custGeom>
            <a:rect b="b" l="l" r="r" t="t"/>
            <a:pathLst>
              <a:path extrusionOk="0" h="857" w="6762">
                <a:moveTo>
                  <a:pt x="0" y="857"/>
                </a:moveTo>
                <a:lnTo>
                  <a:pt x="6763" y="857"/>
                </a:lnTo>
                <a:cubicBezTo>
                  <a:pt x="4477" y="-286"/>
                  <a:pt x="2286" y="-286"/>
                  <a:pt x="0" y="857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4538273" y="2783505"/>
            <a:ext cx="5071" cy="1127"/>
          </a:xfrm>
          <a:custGeom>
            <a:rect b="b" l="l" r="r" t="t"/>
            <a:pathLst>
              <a:path extrusionOk="0" h="1503" w="6762">
                <a:moveTo>
                  <a:pt x="0" y="1504"/>
                </a:moveTo>
                <a:cubicBezTo>
                  <a:pt x="2286" y="361"/>
                  <a:pt x="4477" y="361"/>
                  <a:pt x="6763" y="1504"/>
                </a:cubicBezTo>
                <a:cubicBezTo>
                  <a:pt x="4477" y="-687"/>
                  <a:pt x="2286" y="-306"/>
                  <a:pt x="0" y="1504"/>
                </a:cubicBezTo>
                <a:close/>
              </a:path>
            </a:pathLst>
          </a:custGeom>
          <a:solidFill>
            <a:srgbClr val="2B2B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400" name="Google Shape;400;p36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>
            <a:hlinkClick action="ppaction://hlinksldjump" r:id="rId5"/>
          </p:cNvPr>
          <p:cNvSpPr txBox="1"/>
          <p:nvPr/>
        </p:nvSpPr>
        <p:spPr>
          <a:xfrm>
            <a:off x="652003" y="97702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402" name="Google Shape;402;p36">
            <a:hlinkClick action="ppaction://hlinksldjump" r:id="rId6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>
            <a:hlinkClick action="ppaction://hlinksldjump" r:id="rId7"/>
          </p:cNvPr>
          <p:cNvSpPr txBox="1"/>
          <p:nvPr/>
        </p:nvSpPr>
        <p:spPr>
          <a:xfrm>
            <a:off x="652002" y="1313850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404" name="Google Shape;404;p36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405" name="Google Shape;405;p36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6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6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36">
            <a:hlinkClick action="ppaction://hlinksldjump" r:id="rId11"/>
          </p:cNvPr>
          <p:cNvSpPr txBox="1"/>
          <p:nvPr/>
        </p:nvSpPr>
        <p:spPr>
          <a:xfrm>
            <a:off x="652005" y="16506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409" name="Google Shape;409;p36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410" name="Google Shape;410;p36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411" name="Google Shape;411;p36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36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413" name="Google Shape;413;p36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414" name="Google Shape;414;p36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36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416" name="Google Shape;416;p36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7" name="Google Shape;417;p36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418" name="Google Shape;418;p36">
            <a:hlinkClick action="ppaction://hlinksldjump" r:id="rId19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>
            <a:hlinkClick action="ppaction://hlinksldjump" r:id="rId20"/>
          </p:cNvPr>
          <p:cNvSpPr txBox="1"/>
          <p:nvPr/>
        </p:nvSpPr>
        <p:spPr>
          <a:xfrm>
            <a:off x="652003" y="2949000"/>
            <a:ext cx="105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420" name="Google Shape;420;p36">
            <a:hlinkClick action="ppaction://hlinksldjump" r:id="rId21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652007" y="32471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422" name="Google Shape;422;p36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423" name="Google Shape;423;p36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36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426" name="Google Shape;426;p36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6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428" name="Google Shape;428;p36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430" name="Google Shape;430;p36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36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866675" y="2107425"/>
            <a:ext cx="4646526" cy="29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6"/>
          <p:cNvSpPr txBox="1"/>
          <p:nvPr/>
        </p:nvSpPr>
        <p:spPr>
          <a:xfrm>
            <a:off x="2358713" y="3054950"/>
            <a:ext cx="1389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760 Artistas</a:t>
            </a:r>
            <a:endParaRPr sz="16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62 Países</a:t>
            </a:r>
            <a:endParaRPr sz="16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822 Vértices</a:t>
            </a:r>
            <a:endParaRPr sz="16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35" name="Google Shape;435;p36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470699" y="882324"/>
            <a:ext cx="1057500" cy="10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6" title="VID_20231203_162501.mp4">
            <a:hlinkClick r:id="rId24"/>
          </p:cNvPr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372350" y="3884875"/>
            <a:ext cx="1581998" cy="88987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6"/>
          <p:cNvSpPr txBox="1"/>
          <p:nvPr/>
        </p:nvSpPr>
        <p:spPr>
          <a:xfrm>
            <a:off x="424751" y="4843650"/>
            <a:ext cx="45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Lívia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2C2C"/>
            </a:gs>
            <a:gs pos="55000">
              <a:schemeClr val="dk1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" name="Google Shape;443;p37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444" name="Google Shape;444;p37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37"/>
          <p:cNvGrpSpPr/>
          <p:nvPr/>
        </p:nvGrpSpPr>
        <p:grpSpPr>
          <a:xfrm>
            <a:off x="2443540" y="219075"/>
            <a:ext cx="223460" cy="223460"/>
            <a:chOff x="8892506" y="664914"/>
            <a:chExt cx="209401" cy="209401"/>
          </a:xfrm>
        </p:grpSpPr>
        <p:sp>
          <p:nvSpPr>
            <p:cNvPr id="448" name="Google Shape;448;p37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449" name="Google Shape;449;p37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451" name="Google Shape;451;p37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452" name="Google Shape;452;p37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3" name="Google Shape;453;p37"/>
          <p:cNvSpPr txBox="1"/>
          <p:nvPr/>
        </p:nvSpPr>
        <p:spPr>
          <a:xfrm>
            <a:off x="2417376" y="640025"/>
            <a:ext cx="19485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Artistas</a:t>
            </a:r>
            <a:endParaRPr sz="1100"/>
          </a:p>
        </p:txBody>
      </p:sp>
      <p:sp>
        <p:nvSpPr>
          <p:cNvPr id="454" name="Google Shape;454;p37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455" name="Google Shape;455;p37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7">
            <a:hlinkClick action="ppaction://hlinksldjump" r:id="rId5"/>
          </p:cNvPr>
          <p:cNvSpPr txBox="1"/>
          <p:nvPr/>
        </p:nvSpPr>
        <p:spPr>
          <a:xfrm>
            <a:off x="652004" y="97702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457" name="Google Shape;457;p37">
            <a:hlinkClick action="ppaction://hlinksldjump" r:id="rId6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7">
            <a:hlinkClick action="ppaction://hlinksldjump" r:id="rId7"/>
          </p:cNvPr>
          <p:cNvSpPr txBox="1"/>
          <p:nvPr/>
        </p:nvSpPr>
        <p:spPr>
          <a:xfrm>
            <a:off x="652002" y="13138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459" name="Google Shape;459;p37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460" name="Google Shape;460;p37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37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7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3" name="Google Shape;463;p37">
            <a:hlinkClick action="ppaction://hlinksldjump" r:id="rId11"/>
          </p:cNvPr>
          <p:cNvSpPr txBox="1"/>
          <p:nvPr/>
        </p:nvSpPr>
        <p:spPr>
          <a:xfrm>
            <a:off x="652007" y="1650650"/>
            <a:ext cx="112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464" name="Google Shape;464;p37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465" name="Google Shape;465;p37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466" name="Google Shape;466;p37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7" name="Google Shape;467;p37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468" name="Google Shape;468;p37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469" name="Google Shape;469;p37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37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471" name="Google Shape;471;p37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37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473" name="Google Shape;473;p37">
            <a:hlinkClick action="ppaction://hlinksldjump" r:id="rId19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7">
            <a:hlinkClick action="ppaction://hlinksldjump" r:id="rId20"/>
          </p:cNvPr>
          <p:cNvSpPr txBox="1"/>
          <p:nvPr/>
        </p:nvSpPr>
        <p:spPr>
          <a:xfrm>
            <a:off x="652002" y="2949000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475" name="Google Shape;475;p37">
            <a:hlinkClick action="ppaction://hlinksldjump" r:id="rId21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7"/>
          <p:cNvSpPr txBox="1"/>
          <p:nvPr/>
        </p:nvSpPr>
        <p:spPr>
          <a:xfrm>
            <a:off x="652007" y="32471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477" name="Google Shape;477;p37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478" name="Google Shape;478;p37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37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481" name="Google Shape;481;p37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37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483" name="Google Shape;483;p37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485" name="Google Shape;485;p37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7"/>
          <p:cNvSpPr txBox="1"/>
          <p:nvPr/>
        </p:nvSpPr>
        <p:spPr>
          <a:xfrm>
            <a:off x="2107725" y="1995200"/>
            <a:ext cx="20283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 Medium"/>
              <a:buChar char="●"/>
            </a:pPr>
            <a:r>
              <a:rPr lang="en-GB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Comunidades</a:t>
            </a:r>
            <a:endParaRPr sz="13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(Modularidade)</a:t>
            </a:r>
            <a:endParaRPr sz="13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 Medium"/>
              <a:buChar char="●"/>
            </a:pPr>
            <a:r>
              <a:rPr lang="en-GB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Centralidade intermediária</a:t>
            </a:r>
            <a:endParaRPr sz="13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89" name="Google Shape;489;p37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4632975" y="880125"/>
            <a:ext cx="3958574" cy="395857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7"/>
          <p:cNvSpPr txBox="1"/>
          <p:nvPr/>
        </p:nvSpPr>
        <p:spPr>
          <a:xfrm>
            <a:off x="424749" y="4843650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Henrique</a:t>
            </a:r>
            <a:endParaRPr sz="1100"/>
          </a:p>
        </p:txBody>
      </p:sp>
      <p:pic>
        <p:nvPicPr>
          <p:cNvPr id="491" name="Google Shape;491;p37" title="Video - Grafo de Artistas.mkv">
            <a:hlinkClick r:id="rId23"/>
          </p:cNvPr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61225" y="3820875"/>
            <a:ext cx="1604261" cy="9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2C2C"/>
            </a:gs>
            <a:gs pos="55000">
              <a:schemeClr val="dk1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8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38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498" name="Google Shape;498;p38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38"/>
          <p:cNvGrpSpPr/>
          <p:nvPr/>
        </p:nvGrpSpPr>
        <p:grpSpPr>
          <a:xfrm>
            <a:off x="2443540" y="219075"/>
            <a:ext cx="223460" cy="223460"/>
            <a:chOff x="8892506" y="664914"/>
            <a:chExt cx="209401" cy="209401"/>
          </a:xfrm>
        </p:grpSpPr>
        <p:sp>
          <p:nvSpPr>
            <p:cNvPr id="502" name="Google Shape;502;p38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503" name="Google Shape;503;p38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p38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505" name="Google Shape;505;p38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506" name="Google Shape;506;p38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38"/>
          <p:cNvSpPr txBox="1"/>
          <p:nvPr/>
        </p:nvSpPr>
        <p:spPr>
          <a:xfrm>
            <a:off x="2389602" y="530547"/>
            <a:ext cx="3197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508" name="Google Shape;508;p38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900">
              <a:solidFill>
                <a:srgbClr val="B4B5B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09" name="Google Shape;509;p38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8">
            <a:hlinkClick action="ppaction://hlinksldjump" r:id="rId5"/>
          </p:cNvPr>
          <p:cNvSpPr txBox="1"/>
          <p:nvPr/>
        </p:nvSpPr>
        <p:spPr>
          <a:xfrm>
            <a:off x="652006" y="977025"/>
            <a:ext cx="1128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511" name="Google Shape;511;p38">
            <a:hlinkClick action="ppaction://hlinksldjump" r:id="rId6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8">
            <a:hlinkClick action="ppaction://hlinksldjump" r:id="rId7"/>
          </p:cNvPr>
          <p:cNvSpPr txBox="1"/>
          <p:nvPr/>
        </p:nvSpPr>
        <p:spPr>
          <a:xfrm>
            <a:off x="652002" y="13138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513" name="Google Shape;513;p38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514" name="Google Shape;514;p38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8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8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38">
            <a:hlinkClick action="ppaction://hlinksldjump" r:id="rId11"/>
          </p:cNvPr>
          <p:cNvSpPr txBox="1"/>
          <p:nvPr/>
        </p:nvSpPr>
        <p:spPr>
          <a:xfrm>
            <a:off x="652006" y="1650650"/>
            <a:ext cx="106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518" name="Google Shape;518;p38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519" name="Google Shape;519;p38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520" name="Google Shape;520;p38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1" name="Google Shape;521;p38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522" name="Google Shape;522;p38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523" name="Google Shape;523;p38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38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525" name="Google Shape;525;p38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6" name="Google Shape;526;p38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527" name="Google Shape;527;p38">
            <a:hlinkClick action="ppaction://hlinksldjump" r:id="rId19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8">
            <a:hlinkClick action="ppaction://hlinksldjump" r:id="rId20"/>
          </p:cNvPr>
          <p:cNvSpPr txBox="1"/>
          <p:nvPr/>
        </p:nvSpPr>
        <p:spPr>
          <a:xfrm>
            <a:off x="652003" y="2949000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529" name="Google Shape;529;p38">
            <a:hlinkClick action="ppaction://hlinksldjump" r:id="rId21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8"/>
          <p:cNvSpPr txBox="1"/>
          <p:nvPr/>
        </p:nvSpPr>
        <p:spPr>
          <a:xfrm>
            <a:off x="652008" y="3247150"/>
            <a:ext cx="1128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531" name="Google Shape;531;p38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532" name="Google Shape;532;p38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38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535" name="Google Shape;535;p38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8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537" name="Google Shape;537;p38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8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539" name="Google Shape;539;p38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8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8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p38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671775" y="1195800"/>
            <a:ext cx="2675400" cy="1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8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842200" y="1184925"/>
            <a:ext cx="2675400" cy="1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8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671775" y="3179875"/>
            <a:ext cx="2675400" cy="17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8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842200" y="3179875"/>
            <a:ext cx="2675412" cy="17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8" title="VID_212660209_095553_280.mp4">
            <a:hlinkClick r:id="rId26"/>
          </p:cNvPr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96650" y="3787450"/>
            <a:ext cx="971699" cy="1024978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8"/>
          <p:cNvSpPr txBox="1"/>
          <p:nvPr/>
        </p:nvSpPr>
        <p:spPr>
          <a:xfrm>
            <a:off x="451949" y="484365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Fernando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2C2C"/>
            </a:gs>
            <a:gs pos="55000">
              <a:schemeClr val="dk1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9"/>
          <p:cNvSpPr/>
          <p:nvPr/>
        </p:nvSpPr>
        <p:spPr>
          <a:xfrm>
            <a:off x="0" y="0"/>
            <a:ext cx="22565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39"/>
          <p:cNvGrpSpPr/>
          <p:nvPr/>
        </p:nvGrpSpPr>
        <p:grpSpPr>
          <a:xfrm>
            <a:off x="300058" y="166255"/>
            <a:ext cx="271058" cy="52820"/>
            <a:chOff x="249382" y="221673"/>
            <a:chExt cx="234616" cy="45719"/>
          </a:xfrm>
        </p:grpSpPr>
        <p:sp>
          <p:nvSpPr>
            <p:cNvPr id="554" name="Google Shape;554;p39"/>
            <p:cNvSpPr/>
            <p:nvPr/>
          </p:nvSpPr>
          <p:spPr>
            <a:xfrm>
              <a:off x="24938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344632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438279" y="221673"/>
              <a:ext cx="45719" cy="4571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7" name="Google Shape;557;p39"/>
          <p:cNvGrpSpPr/>
          <p:nvPr/>
        </p:nvGrpSpPr>
        <p:grpSpPr>
          <a:xfrm>
            <a:off x="2443540" y="219075"/>
            <a:ext cx="223460" cy="223460"/>
            <a:chOff x="8892506" y="664914"/>
            <a:chExt cx="209401" cy="209401"/>
          </a:xfrm>
        </p:grpSpPr>
        <p:sp>
          <p:nvSpPr>
            <p:cNvPr id="558" name="Google Shape;558;p39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559" name="Google Shape;559;p39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39"/>
          <p:cNvGrpSpPr/>
          <p:nvPr/>
        </p:nvGrpSpPr>
        <p:grpSpPr>
          <a:xfrm flipH="1">
            <a:off x="2749457" y="219075"/>
            <a:ext cx="223460" cy="223460"/>
            <a:chOff x="8892506" y="664914"/>
            <a:chExt cx="209401" cy="209401"/>
          </a:xfrm>
        </p:grpSpPr>
        <p:sp>
          <p:nvSpPr>
            <p:cNvPr id="561" name="Google Shape;561;p39"/>
            <p:cNvSpPr/>
            <p:nvPr/>
          </p:nvSpPr>
          <p:spPr>
            <a:xfrm>
              <a:off x="8892506" y="664914"/>
              <a:ext cx="209401" cy="209401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562" name="Google Shape;562;p39"/>
            <p:cNvSpPr/>
            <p:nvPr/>
          </p:nvSpPr>
          <p:spPr>
            <a:xfrm>
              <a:off x="8960350" y="717942"/>
              <a:ext cx="59427" cy="103344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3" name="Google Shape;563;p39"/>
          <p:cNvSpPr txBox="1"/>
          <p:nvPr/>
        </p:nvSpPr>
        <p:spPr>
          <a:xfrm>
            <a:off x="2373024" y="738050"/>
            <a:ext cx="2919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564" name="Google Shape;564;p39"/>
          <p:cNvSpPr txBox="1"/>
          <p:nvPr/>
        </p:nvSpPr>
        <p:spPr>
          <a:xfrm>
            <a:off x="2412525" y="1476975"/>
            <a:ext cx="28797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Presença Global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Colaborações e Diversidade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Popularidade e Gêneros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Centralidade e Hubs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Conectividade Moderada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Diversidade de Conexões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Presença de Comunidades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Complexidade da Rede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39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566" name="Google Shape;566;p39">
            <a:hlinkClick action="ppaction://hlinksldjump" r:id="rId4"/>
          </p:cNvPr>
          <p:cNvSpPr/>
          <p:nvPr/>
        </p:nvSpPr>
        <p:spPr>
          <a:xfrm>
            <a:off x="300059" y="628439"/>
            <a:ext cx="154053" cy="1530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9">
            <a:hlinkClick action="ppaction://hlinksldjump" r:id="rId5"/>
          </p:cNvPr>
          <p:cNvSpPr txBox="1"/>
          <p:nvPr/>
        </p:nvSpPr>
        <p:spPr>
          <a:xfrm>
            <a:off x="652004" y="97702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568" name="Google Shape;568;p39">
            <a:hlinkClick action="ppaction://hlinksldjump" r:id="rId6"/>
          </p:cNvPr>
          <p:cNvSpPr/>
          <p:nvPr/>
        </p:nvSpPr>
        <p:spPr>
          <a:xfrm>
            <a:off x="304109" y="971141"/>
            <a:ext cx="147840" cy="15308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9">
            <a:hlinkClick action="ppaction://hlinksldjump" r:id="rId7"/>
          </p:cNvPr>
          <p:cNvSpPr txBox="1"/>
          <p:nvPr/>
        </p:nvSpPr>
        <p:spPr>
          <a:xfrm>
            <a:off x="652002" y="1313850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570" name="Google Shape;570;p39"/>
          <p:cNvGrpSpPr/>
          <p:nvPr/>
        </p:nvGrpSpPr>
        <p:grpSpPr>
          <a:xfrm>
            <a:off x="323492" y="1323388"/>
            <a:ext cx="132971" cy="153587"/>
            <a:chOff x="431322" y="1764517"/>
            <a:chExt cx="177294" cy="204783"/>
          </a:xfrm>
        </p:grpSpPr>
        <p:sp>
          <p:nvSpPr>
            <p:cNvPr id="571" name="Google Shape;571;p39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9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5953" cy="203670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9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017" cy="204783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p39">
            <a:hlinkClick action="ppaction://hlinksldjump" r:id="rId11"/>
          </p:cNvPr>
          <p:cNvSpPr txBox="1"/>
          <p:nvPr/>
        </p:nvSpPr>
        <p:spPr>
          <a:xfrm>
            <a:off x="652006" y="1650650"/>
            <a:ext cx="104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575" name="Google Shape;575;p39"/>
          <p:cNvGrpSpPr/>
          <p:nvPr/>
        </p:nvGrpSpPr>
        <p:grpSpPr>
          <a:xfrm>
            <a:off x="323491" y="1661080"/>
            <a:ext cx="152753" cy="152753"/>
            <a:chOff x="431322" y="2214773"/>
            <a:chExt cx="203670" cy="203670"/>
          </a:xfrm>
        </p:grpSpPr>
        <p:sp>
          <p:nvSpPr>
            <p:cNvPr id="576" name="Google Shape;576;p39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670" cy="20367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577" name="Google Shape;577;p39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8" name="Google Shape;578;p39"/>
          <p:cNvGrpSpPr/>
          <p:nvPr/>
        </p:nvGrpSpPr>
        <p:grpSpPr>
          <a:xfrm>
            <a:off x="323492" y="1995130"/>
            <a:ext cx="152752" cy="152752"/>
            <a:chOff x="431321" y="3254199"/>
            <a:chExt cx="265483" cy="265483"/>
          </a:xfrm>
        </p:grpSpPr>
        <p:sp>
          <p:nvSpPr>
            <p:cNvPr id="579" name="Google Shape;579;p39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483" cy="265483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580" name="Google Shape;580;p39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762" cy="124845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39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582" name="Google Shape;582;p39"/>
          <p:cNvCxnSpPr/>
          <p:nvPr/>
        </p:nvCxnSpPr>
        <p:spPr>
          <a:xfrm>
            <a:off x="253142" y="2402327"/>
            <a:ext cx="1750219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3" name="Google Shape;583;p39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584" name="Google Shape;584;p39">
            <a:hlinkClick action="ppaction://hlinksldjump" r:id="rId19"/>
          </p:cNvPr>
          <p:cNvSpPr/>
          <p:nvPr/>
        </p:nvSpPr>
        <p:spPr>
          <a:xfrm>
            <a:off x="352879" y="2609435"/>
            <a:ext cx="116064" cy="153590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9">
            <a:hlinkClick action="ppaction://hlinksldjump" r:id="rId20"/>
          </p:cNvPr>
          <p:cNvSpPr txBox="1"/>
          <p:nvPr/>
        </p:nvSpPr>
        <p:spPr>
          <a:xfrm>
            <a:off x="652003" y="294900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/>
          </a:p>
        </p:txBody>
      </p:sp>
      <p:sp>
        <p:nvSpPr>
          <p:cNvPr id="586" name="Google Shape;586;p39">
            <a:hlinkClick action="ppaction://hlinksldjump" r:id="rId21"/>
          </p:cNvPr>
          <p:cNvSpPr/>
          <p:nvPr/>
        </p:nvSpPr>
        <p:spPr>
          <a:xfrm>
            <a:off x="343018" y="2968523"/>
            <a:ext cx="131194" cy="154369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rgbClr val="1ED7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9"/>
          <p:cNvSpPr txBox="1"/>
          <p:nvPr/>
        </p:nvSpPr>
        <p:spPr>
          <a:xfrm>
            <a:off x="652004" y="3247150"/>
            <a:ext cx="83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grpSp>
        <p:nvGrpSpPr>
          <p:cNvPr id="588" name="Google Shape;588;p39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589" name="Google Shape;589;p39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" name="Google Shape;591;p39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592" name="Google Shape;592;p39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9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594" name="Google Shape;594;p39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596" name="Google Shape;596;p39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9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9" name="Google Shape;599;p3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496850" y="1015325"/>
            <a:ext cx="3527176" cy="352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9" title="videoPedro.mp4">
            <a:hlinkClick r:id="rId23"/>
          </p:cNvPr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53475" y="3790375"/>
            <a:ext cx="1619750" cy="9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9"/>
          <p:cNvSpPr txBox="1"/>
          <p:nvPr/>
        </p:nvSpPr>
        <p:spPr>
          <a:xfrm>
            <a:off x="424749" y="4843650"/>
            <a:ext cx="83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Pedro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C2C2C"/>
            </a:gs>
            <a:gs pos="55000">
              <a:schemeClr val="dk1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0"/>
          <p:cNvSpPr/>
          <p:nvPr/>
        </p:nvSpPr>
        <p:spPr>
          <a:xfrm>
            <a:off x="0" y="0"/>
            <a:ext cx="2256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7" name="Google Shape;607;p40"/>
          <p:cNvGrpSpPr/>
          <p:nvPr/>
        </p:nvGrpSpPr>
        <p:grpSpPr>
          <a:xfrm>
            <a:off x="300053" y="166249"/>
            <a:ext cx="270914" cy="52682"/>
            <a:chOff x="249382" y="221673"/>
            <a:chExt cx="234497" cy="45600"/>
          </a:xfrm>
        </p:grpSpPr>
        <p:sp>
          <p:nvSpPr>
            <p:cNvPr id="608" name="Google Shape;608;p40"/>
            <p:cNvSpPr/>
            <p:nvPr/>
          </p:nvSpPr>
          <p:spPr>
            <a:xfrm>
              <a:off x="24938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0"/>
            <p:cNvSpPr/>
            <p:nvPr/>
          </p:nvSpPr>
          <p:spPr>
            <a:xfrm>
              <a:off x="344632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438279" y="221673"/>
              <a:ext cx="45600" cy="45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40"/>
          <p:cNvGrpSpPr/>
          <p:nvPr/>
        </p:nvGrpSpPr>
        <p:grpSpPr>
          <a:xfrm>
            <a:off x="2443181" y="219048"/>
            <a:ext cx="223451" cy="223451"/>
            <a:chOff x="8892506" y="664914"/>
            <a:chExt cx="209400" cy="209400"/>
          </a:xfrm>
        </p:grpSpPr>
        <p:sp>
          <p:nvSpPr>
            <p:cNvPr id="612" name="Google Shape;612;p4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0A070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613" name="Google Shape;613;p4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40"/>
          <p:cNvGrpSpPr/>
          <p:nvPr/>
        </p:nvGrpSpPr>
        <p:grpSpPr>
          <a:xfrm flipH="1">
            <a:off x="2749825" y="219048"/>
            <a:ext cx="223451" cy="223451"/>
            <a:chOff x="8892506" y="664914"/>
            <a:chExt cx="209400" cy="209400"/>
          </a:xfrm>
        </p:grpSpPr>
        <p:sp>
          <p:nvSpPr>
            <p:cNvPr id="615" name="Google Shape;615;p40"/>
            <p:cNvSpPr/>
            <p:nvPr/>
          </p:nvSpPr>
          <p:spPr>
            <a:xfrm>
              <a:off x="8892506" y="664914"/>
              <a:ext cx="209400" cy="209400"/>
            </a:xfrm>
            <a:prstGeom prst="ellipse">
              <a:avLst/>
            </a:prstGeom>
            <a:solidFill>
              <a:srgbClr val="120D1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Caret Left with solid fill" id="616" name="Google Shape;616;p40"/>
            <p:cNvSpPr/>
            <p:nvPr/>
          </p:nvSpPr>
          <p:spPr>
            <a:xfrm>
              <a:off x="8960350" y="717942"/>
              <a:ext cx="59580" cy="103609"/>
            </a:xfrm>
            <a:custGeom>
              <a:rect b="b" l="l" r="r" t="t"/>
              <a:pathLst>
                <a:path extrusionOk="0" h="538229" w="309505">
                  <a:moveTo>
                    <a:pt x="269081" y="538229"/>
                  </a:moveTo>
                  <a:lnTo>
                    <a:pt x="0" y="269091"/>
                  </a:lnTo>
                  <a:lnTo>
                    <a:pt x="269081" y="0"/>
                  </a:lnTo>
                  <a:lnTo>
                    <a:pt x="309496" y="40405"/>
                  </a:lnTo>
                  <a:lnTo>
                    <a:pt x="80810" y="269091"/>
                  </a:lnTo>
                  <a:lnTo>
                    <a:pt x="309505" y="497824"/>
                  </a:lnTo>
                  <a:lnTo>
                    <a:pt x="269081" y="538229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7" name="Google Shape;617;p40"/>
          <p:cNvSpPr txBox="1"/>
          <p:nvPr/>
        </p:nvSpPr>
        <p:spPr>
          <a:xfrm>
            <a:off x="3626699" y="1323400"/>
            <a:ext cx="2919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/>
          </a:p>
        </p:txBody>
      </p:sp>
      <p:sp>
        <p:nvSpPr>
          <p:cNvPr id="618" name="Google Shape;618;p40"/>
          <p:cNvSpPr txBox="1"/>
          <p:nvPr/>
        </p:nvSpPr>
        <p:spPr>
          <a:xfrm>
            <a:off x="2813850" y="2358800"/>
            <a:ext cx="28797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Feats Internacionais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Diversidade de Gêneros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Tours Mundiais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 Interação com o Público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B4B5B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40">
            <a:hlinkClick action="ppaction://hlinksldjump" r:id="rId3"/>
          </p:cNvPr>
          <p:cNvSpPr txBox="1"/>
          <p:nvPr/>
        </p:nvSpPr>
        <p:spPr>
          <a:xfrm>
            <a:off x="651992" y="634328"/>
            <a:ext cx="68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</a:t>
            </a:r>
            <a:endParaRPr sz="1100"/>
          </a:p>
        </p:txBody>
      </p:sp>
      <p:sp>
        <p:nvSpPr>
          <p:cNvPr id="620" name="Google Shape;620;p40">
            <a:hlinkClick action="ppaction://hlinksldjump" r:id="rId4"/>
          </p:cNvPr>
          <p:cNvSpPr/>
          <p:nvPr/>
        </p:nvSpPr>
        <p:spPr>
          <a:xfrm>
            <a:off x="300059" y="628439"/>
            <a:ext cx="153952" cy="152983"/>
          </a:xfrm>
          <a:custGeom>
            <a:rect b="b" l="l" r="r" t="t"/>
            <a:pathLst>
              <a:path extrusionOk="0" h="532115" w="535484">
                <a:moveTo>
                  <a:pt x="535467" y="325659"/>
                </a:moveTo>
                <a:cubicBezTo>
                  <a:pt x="535467" y="373361"/>
                  <a:pt x="535467" y="421062"/>
                  <a:pt x="535467" y="468764"/>
                </a:cubicBezTo>
                <a:cubicBezTo>
                  <a:pt x="535467" y="506826"/>
                  <a:pt x="510308" y="532051"/>
                  <a:pt x="472362" y="532084"/>
                </a:cubicBezTo>
                <a:cubicBezTo>
                  <a:pt x="441389" y="532101"/>
                  <a:pt x="410416" y="532118"/>
                  <a:pt x="379443" y="532084"/>
                </a:cubicBezTo>
                <a:cubicBezTo>
                  <a:pt x="353853" y="532051"/>
                  <a:pt x="337224" y="515439"/>
                  <a:pt x="337191" y="489882"/>
                </a:cubicBezTo>
                <a:cubicBezTo>
                  <a:pt x="337158" y="455398"/>
                  <a:pt x="337191" y="420913"/>
                  <a:pt x="337191" y="386429"/>
                </a:cubicBezTo>
                <a:cubicBezTo>
                  <a:pt x="337191" y="371307"/>
                  <a:pt x="329473" y="363555"/>
                  <a:pt x="314400" y="363555"/>
                </a:cubicBezTo>
                <a:cubicBezTo>
                  <a:pt x="283212" y="363555"/>
                  <a:pt x="252040" y="363539"/>
                  <a:pt x="220852" y="363555"/>
                </a:cubicBezTo>
                <a:cubicBezTo>
                  <a:pt x="206127" y="363555"/>
                  <a:pt x="198409" y="371323"/>
                  <a:pt x="198393" y="386114"/>
                </a:cubicBezTo>
                <a:cubicBezTo>
                  <a:pt x="198376" y="420599"/>
                  <a:pt x="198409" y="455083"/>
                  <a:pt x="198393" y="489567"/>
                </a:cubicBezTo>
                <a:cubicBezTo>
                  <a:pt x="198376" y="515538"/>
                  <a:pt x="181813" y="532068"/>
                  <a:pt x="155825" y="532084"/>
                </a:cubicBezTo>
                <a:cubicBezTo>
                  <a:pt x="124637" y="532118"/>
                  <a:pt x="93465" y="532134"/>
                  <a:pt x="62277" y="532084"/>
                </a:cubicBezTo>
                <a:cubicBezTo>
                  <a:pt x="25573" y="532018"/>
                  <a:pt x="99" y="506461"/>
                  <a:pt x="83" y="469691"/>
                </a:cubicBezTo>
                <a:cubicBezTo>
                  <a:pt x="50" y="373046"/>
                  <a:pt x="149" y="276401"/>
                  <a:pt x="0" y="179772"/>
                </a:cubicBezTo>
                <a:cubicBezTo>
                  <a:pt x="-33" y="162215"/>
                  <a:pt x="7288" y="149544"/>
                  <a:pt x="22277" y="140584"/>
                </a:cubicBezTo>
                <a:cubicBezTo>
                  <a:pt x="96728" y="96062"/>
                  <a:pt x="171080" y="51375"/>
                  <a:pt x="245448" y="6737"/>
                </a:cubicBezTo>
                <a:cubicBezTo>
                  <a:pt x="260239" y="-2140"/>
                  <a:pt x="275030" y="-2306"/>
                  <a:pt x="289854" y="6605"/>
                </a:cubicBezTo>
                <a:cubicBezTo>
                  <a:pt x="364752" y="51541"/>
                  <a:pt x="439650" y="96493"/>
                  <a:pt x="514548" y="141412"/>
                </a:cubicBezTo>
                <a:cubicBezTo>
                  <a:pt x="528693" y="149892"/>
                  <a:pt x="535501" y="162364"/>
                  <a:pt x="535484" y="178844"/>
                </a:cubicBezTo>
                <a:cubicBezTo>
                  <a:pt x="535418" y="227788"/>
                  <a:pt x="535451" y="276732"/>
                  <a:pt x="535451" y="325676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0">
            <a:hlinkClick action="ppaction://hlinksldjump" r:id="rId5"/>
          </p:cNvPr>
          <p:cNvSpPr txBox="1"/>
          <p:nvPr/>
        </p:nvSpPr>
        <p:spPr>
          <a:xfrm>
            <a:off x="652004" y="977025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Apresentação</a:t>
            </a:r>
            <a:endParaRPr sz="1100"/>
          </a:p>
        </p:txBody>
      </p:sp>
      <p:sp>
        <p:nvSpPr>
          <p:cNvPr id="622" name="Google Shape;622;p40">
            <a:hlinkClick action="ppaction://hlinksldjump" r:id="rId6"/>
          </p:cNvPr>
          <p:cNvSpPr/>
          <p:nvPr/>
        </p:nvSpPr>
        <p:spPr>
          <a:xfrm>
            <a:off x="304109" y="971141"/>
            <a:ext cx="151558" cy="156933"/>
          </a:xfrm>
          <a:custGeom>
            <a:rect b="b" l="l" r="r" t="t"/>
            <a:pathLst>
              <a:path extrusionOk="0" h="3923333" w="3788950">
                <a:moveTo>
                  <a:pt x="3715304" y="3556921"/>
                </a:moveTo>
                <a:cubicBezTo>
                  <a:pt x="3417934" y="3247644"/>
                  <a:pt x="3120754" y="2938177"/>
                  <a:pt x="2822431" y="2629852"/>
                </a:cubicBezTo>
                <a:cubicBezTo>
                  <a:pt x="2800618" y="2607278"/>
                  <a:pt x="2801380" y="2594896"/>
                  <a:pt x="2820430" y="2571845"/>
                </a:cubicBezTo>
                <a:cubicBezTo>
                  <a:pt x="2925872" y="2444020"/>
                  <a:pt x="3006740" y="2301240"/>
                  <a:pt x="3065128" y="2146459"/>
                </a:cubicBezTo>
                <a:cubicBezTo>
                  <a:pt x="3164950" y="1881950"/>
                  <a:pt x="3194668" y="1608868"/>
                  <a:pt x="3148186" y="1330071"/>
                </a:cubicBezTo>
                <a:cubicBezTo>
                  <a:pt x="3084749" y="949643"/>
                  <a:pt x="2904060" y="632936"/>
                  <a:pt x="2612214" y="381476"/>
                </a:cubicBezTo>
                <a:cubicBezTo>
                  <a:pt x="2402569" y="200787"/>
                  <a:pt x="2160824" y="83630"/>
                  <a:pt x="1888600" y="29432"/>
                </a:cubicBezTo>
                <a:cubicBezTo>
                  <a:pt x="1832116" y="18193"/>
                  <a:pt x="1773823" y="17336"/>
                  <a:pt x="1718483" y="0"/>
                </a:cubicBezTo>
                <a:lnTo>
                  <a:pt x="1695528" y="0"/>
                </a:lnTo>
                <a:cubicBezTo>
                  <a:pt x="1688765" y="6668"/>
                  <a:pt x="1680288" y="2953"/>
                  <a:pt x="1672573" y="3905"/>
                </a:cubicBezTo>
                <a:cubicBezTo>
                  <a:pt x="1664857" y="2858"/>
                  <a:pt x="1656285" y="6572"/>
                  <a:pt x="1649617" y="0"/>
                </a:cubicBezTo>
                <a:lnTo>
                  <a:pt x="1511695" y="0"/>
                </a:lnTo>
                <a:cubicBezTo>
                  <a:pt x="1507123" y="5048"/>
                  <a:pt x="1501027" y="3715"/>
                  <a:pt x="1495312" y="3905"/>
                </a:cubicBezTo>
                <a:cubicBezTo>
                  <a:pt x="1490931" y="3905"/>
                  <a:pt x="1486549" y="3905"/>
                  <a:pt x="1482073" y="3905"/>
                </a:cubicBezTo>
                <a:cubicBezTo>
                  <a:pt x="1476358" y="3619"/>
                  <a:pt x="1470262" y="4953"/>
                  <a:pt x="1465690" y="0"/>
                </a:cubicBezTo>
                <a:lnTo>
                  <a:pt x="1442734" y="0"/>
                </a:lnTo>
                <a:cubicBezTo>
                  <a:pt x="1422256" y="14764"/>
                  <a:pt x="1397491" y="11240"/>
                  <a:pt x="1374726" y="14288"/>
                </a:cubicBezTo>
                <a:cubicBezTo>
                  <a:pt x="1123456" y="46958"/>
                  <a:pt x="894475" y="137827"/>
                  <a:pt x="686926" y="281369"/>
                </a:cubicBezTo>
                <a:cubicBezTo>
                  <a:pt x="446705" y="447485"/>
                  <a:pt x="265635" y="664464"/>
                  <a:pt x="143429" y="930402"/>
                </a:cubicBezTo>
                <a:cubicBezTo>
                  <a:pt x="11317" y="1218057"/>
                  <a:pt x="-29069" y="1519142"/>
                  <a:pt x="20366" y="1830229"/>
                </a:cubicBezTo>
                <a:cubicBezTo>
                  <a:pt x="79516" y="2202275"/>
                  <a:pt x="252967" y="2514886"/>
                  <a:pt x="534145" y="2766251"/>
                </a:cubicBezTo>
                <a:cubicBezTo>
                  <a:pt x="764269" y="2971895"/>
                  <a:pt x="1032112" y="3102293"/>
                  <a:pt x="1337102" y="3148298"/>
                </a:cubicBezTo>
                <a:cubicBezTo>
                  <a:pt x="1741724" y="3209354"/>
                  <a:pt x="2118057" y="3128963"/>
                  <a:pt x="2460385" y="2901791"/>
                </a:cubicBezTo>
                <a:cubicBezTo>
                  <a:pt x="2485722" y="2885027"/>
                  <a:pt x="2498009" y="2886456"/>
                  <a:pt x="2519059" y="2908364"/>
                </a:cubicBezTo>
                <a:cubicBezTo>
                  <a:pt x="2817383" y="3220212"/>
                  <a:pt x="3116944" y="3531013"/>
                  <a:pt x="3416219" y="3842004"/>
                </a:cubicBezTo>
                <a:cubicBezTo>
                  <a:pt x="3426792" y="3853053"/>
                  <a:pt x="3437841" y="3863721"/>
                  <a:pt x="3449461" y="3873722"/>
                </a:cubicBezTo>
                <a:cubicBezTo>
                  <a:pt x="3547950" y="3958304"/>
                  <a:pt x="3698635" y="3931444"/>
                  <a:pt x="3761786" y="3818192"/>
                </a:cubicBezTo>
                <a:cubicBezTo>
                  <a:pt x="3810078" y="3731609"/>
                  <a:pt x="3793600" y="3638360"/>
                  <a:pt x="3715400" y="3557016"/>
                </a:cubicBezTo>
                <a:close/>
                <a:moveTo>
                  <a:pt x="1586086" y="2754535"/>
                </a:moveTo>
                <a:cubicBezTo>
                  <a:pt x="944291" y="2758059"/>
                  <a:pt x="415273" y="2229517"/>
                  <a:pt x="414701" y="1584389"/>
                </a:cubicBezTo>
                <a:cubicBezTo>
                  <a:pt x="414225" y="939832"/>
                  <a:pt x="941434" y="412623"/>
                  <a:pt x="1585609" y="413480"/>
                </a:cubicBezTo>
                <a:cubicBezTo>
                  <a:pt x="2230738" y="414337"/>
                  <a:pt x="2758137" y="943261"/>
                  <a:pt x="2754803" y="1585817"/>
                </a:cubicBezTo>
                <a:cubicBezTo>
                  <a:pt x="2751469" y="2232374"/>
                  <a:pt x="2232833" y="2750915"/>
                  <a:pt x="1586086" y="2754440"/>
                </a:cubicBezTo>
                <a:close/>
              </a:path>
            </a:pathLst>
          </a:custGeom>
          <a:solidFill>
            <a:srgbClr val="C1C1C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0">
            <a:hlinkClick action="ppaction://hlinksldjump" r:id="rId7"/>
          </p:cNvPr>
          <p:cNvSpPr txBox="1"/>
          <p:nvPr/>
        </p:nvSpPr>
        <p:spPr>
          <a:xfrm>
            <a:off x="652002" y="1313850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Metodologia</a:t>
            </a:r>
            <a:endParaRPr sz="1100"/>
          </a:p>
        </p:txBody>
      </p:sp>
      <p:grpSp>
        <p:nvGrpSpPr>
          <p:cNvPr id="624" name="Google Shape;624;p40"/>
          <p:cNvGrpSpPr/>
          <p:nvPr/>
        </p:nvGrpSpPr>
        <p:grpSpPr>
          <a:xfrm>
            <a:off x="323491" y="1323388"/>
            <a:ext cx="133412" cy="154502"/>
            <a:chOff x="431322" y="1764517"/>
            <a:chExt cx="177883" cy="206002"/>
          </a:xfrm>
        </p:grpSpPr>
        <p:sp>
          <p:nvSpPr>
            <p:cNvPr id="625" name="Google Shape;625;p40">
              <a:hlinkClick action="ppaction://hlinksldjump" r:id="rId8"/>
            </p:cNvPr>
            <p:cNvSpPr/>
            <p:nvPr/>
          </p:nvSpPr>
          <p:spPr>
            <a:xfrm>
              <a:off x="431322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40">
              <a:hlinkClick action="ppaction://hlinksldjump" r:id="rId9"/>
            </p:cNvPr>
            <p:cNvSpPr/>
            <p:nvPr/>
          </p:nvSpPr>
          <p:spPr>
            <a:xfrm>
              <a:off x="469291" y="1765205"/>
              <a:ext cx="16048" cy="204882"/>
            </a:xfrm>
            <a:custGeom>
              <a:rect b="b" l="l" r="r" t="t"/>
              <a:pathLst>
                <a:path extrusionOk="0" h="1078327" w="84464">
                  <a:moveTo>
                    <a:pt x="42232" y="0"/>
                  </a:moveTo>
                  <a:cubicBezTo>
                    <a:pt x="65556" y="0"/>
                    <a:pt x="84464" y="18908"/>
                    <a:pt x="84464" y="42232"/>
                  </a:cubicBezTo>
                  <a:lnTo>
                    <a:pt x="84464" y="1036095"/>
                  </a:lnTo>
                  <a:cubicBezTo>
                    <a:pt x="84464" y="1059419"/>
                    <a:pt x="65556" y="1078327"/>
                    <a:pt x="42232" y="1078327"/>
                  </a:cubicBezTo>
                  <a:lnTo>
                    <a:pt x="42232" y="1078327"/>
                  </a:lnTo>
                  <a:cubicBezTo>
                    <a:pt x="18908" y="1078327"/>
                    <a:pt x="0" y="1059419"/>
                    <a:pt x="0" y="1036095"/>
                  </a:cubicBezTo>
                  <a:lnTo>
                    <a:pt x="0" y="42232"/>
                  </a:lnTo>
                  <a:cubicBezTo>
                    <a:pt x="0" y="18908"/>
                    <a:pt x="18908" y="0"/>
                    <a:pt x="4223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40">
              <a:hlinkClick action="ppaction://hlinksldjump" r:id="rId10"/>
            </p:cNvPr>
            <p:cNvSpPr/>
            <p:nvPr/>
          </p:nvSpPr>
          <p:spPr>
            <a:xfrm>
              <a:off x="509599" y="1764517"/>
              <a:ext cx="99606" cy="206002"/>
            </a:xfrm>
            <a:custGeom>
              <a:rect b="b" l="l" r="r" t="t"/>
              <a:pathLst>
                <a:path extrusionOk="0" h="1084222" w="524241">
                  <a:moveTo>
                    <a:pt x="482010" y="1083659"/>
                  </a:moveTo>
                  <a:lnTo>
                    <a:pt x="42232" y="1083659"/>
                  </a:lnTo>
                  <a:cubicBezTo>
                    <a:pt x="19145" y="1083659"/>
                    <a:pt x="0" y="1064514"/>
                    <a:pt x="0" y="1041427"/>
                  </a:cubicBezTo>
                  <a:lnTo>
                    <a:pt x="0" y="41933"/>
                  </a:lnTo>
                  <a:cubicBezTo>
                    <a:pt x="0" y="27293"/>
                    <a:pt x="7320" y="13778"/>
                    <a:pt x="19708" y="6458"/>
                  </a:cubicBezTo>
                  <a:cubicBezTo>
                    <a:pt x="31533" y="-1425"/>
                    <a:pt x="47300" y="-1988"/>
                    <a:pt x="60251" y="4206"/>
                  </a:cubicBezTo>
                  <a:lnTo>
                    <a:pt x="500029" y="213114"/>
                  </a:lnTo>
                  <a:cubicBezTo>
                    <a:pt x="514669" y="219871"/>
                    <a:pt x="524242" y="235075"/>
                    <a:pt x="524242" y="251405"/>
                  </a:cubicBezTo>
                  <a:lnTo>
                    <a:pt x="524242" y="1041990"/>
                  </a:lnTo>
                  <a:cubicBezTo>
                    <a:pt x="524242" y="1065077"/>
                    <a:pt x="505096" y="1084222"/>
                    <a:pt x="482010" y="1084222"/>
                  </a:cubicBezTo>
                  <a:close/>
                  <a:moveTo>
                    <a:pt x="84464" y="999195"/>
                  </a:moveTo>
                  <a:lnTo>
                    <a:pt x="439777" y="999195"/>
                  </a:lnTo>
                  <a:lnTo>
                    <a:pt x="439777" y="277307"/>
                  </a:lnTo>
                  <a:lnTo>
                    <a:pt x="84464" y="108941"/>
                  </a:lnTo>
                  <a:lnTo>
                    <a:pt x="84464" y="999195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8" name="Google Shape;628;p40">
            <a:hlinkClick action="ppaction://hlinksldjump" r:id="rId11"/>
          </p:cNvPr>
          <p:cNvSpPr txBox="1"/>
          <p:nvPr/>
        </p:nvSpPr>
        <p:spPr>
          <a:xfrm>
            <a:off x="652006" y="1650650"/>
            <a:ext cx="104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Grafo Bipartido</a:t>
            </a:r>
            <a:endParaRPr sz="1100"/>
          </a:p>
        </p:txBody>
      </p:sp>
      <p:grpSp>
        <p:nvGrpSpPr>
          <p:cNvPr id="629" name="Google Shape;629;p40"/>
          <p:cNvGrpSpPr/>
          <p:nvPr/>
        </p:nvGrpSpPr>
        <p:grpSpPr>
          <a:xfrm>
            <a:off x="323492" y="1661080"/>
            <a:ext cx="152775" cy="152775"/>
            <a:chOff x="431322" y="2214773"/>
            <a:chExt cx="203700" cy="203700"/>
          </a:xfrm>
        </p:grpSpPr>
        <p:sp>
          <p:nvSpPr>
            <p:cNvPr id="630" name="Google Shape;630;p40">
              <a:hlinkClick action="ppaction://hlinksldjump" r:id="rId12"/>
            </p:cNvPr>
            <p:cNvSpPr/>
            <p:nvPr/>
          </p:nvSpPr>
          <p:spPr>
            <a:xfrm>
              <a:off x="431322" y="2214773"/>
              <a:ext cx="203700" cy="203700"/>
            </a:xfrm>
            <a:prstGeom prst="roundRect">
              <a:avLst>
                <a:gd fmla="val 12600" name="adj"/>
              </a:avLst>
            </a:prstGeom>
            <a:solidFill>
              <a:srgbClr val="C1C1C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dd with solid fill" id="631" name="Google Shape;631;p40">
              <a:hlinkClick action="ppaction://hlinksldjump"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2263" y="2255714"/>
              <a:ext cx="121788" cy="121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2" name="Google Shape;632;p40"/>
          <p:cNvGrpSpPr/>
          <p:nvPr/>
        </p:nvGrpSpPr>
        <p:grpSpPr>
          <a:xfrm>
            <a:off x="323502" y="1995208"/>
            <a:ext cx="152769" cy="152769"/>
            <a:chOff x="431321" y="3254199"/>
            <a:chExt cx="265500" cy="265500"/>
          </a:xfrm>
        </p:grpSpPr>
        <p:sp>
          <p:nvSpPr>
            <p:cNvPr id="633" name="Google Shape;633;p40">
              <a:hlinkClick action="ppaction://hlinksldjump" r:id="rId15"/>
            </p:cNvPr>
            <p:cNvSpPr/>
            <p:nvPr/>
          </p:nvSpPr>
          <p:spPr>
            <a:xfrm>
              <a:off x="431321" y="3254199"/>
              <a:ext cx="265500" cy="265500"/>
            </a:xfrm>
            <a:prstGeom prst="roundRect">
              <a:avLst>
                <a:gd fmla="val 12600" name="adj"/>
              </a:avLst>
            </a:prstGeom>
            <a:gradFill>
              <a:gsLst>
                <a:gs pos="0">
                  <a:srgbClr val="4224B0"/>
                </a:gs>
                <a:gs pos="11000">
                  <a:srgbClr val="4224B0"/>
                </a:gs>
                <a:gs pos="100000">
                  <a:srgbClr val="7F93A0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Heart with solid fill" id="634" name="Google Shape;634;p40">
              <a:hlinkClick action="ppaction://hlinksldjump" r:id="rId16"/>
            </p:cNvPr>
            <p:cNvSpPr/>
            <p:nvPr/>
          </p:nvSpPr>
          <p:spPr>
            <a:xfrm>
              <a:off x="498181" y="3324518"/>
              <a:ext cx="131159" cy="124273"/>
            </a:xfrm>
            <a:custGeom>
              <a:rect b="b" l="l" r="r" t="t"/>
              <a:pathLst>
                <a:path extrusionOk="0" h="613696" w="647700">
                  <a:moveTo>
                    <a:pt x="323850" y="127922"/>
                  </a:moveTo>
                  <a:cubicBezTo>
                    <a:pt x="203835" y="-110203"/>
                    <a:pt x="0" y="32672"/>
                    <a:pt x="0" y="166022"/>
                  </a:cubicBezTo>
                  <a:cubicBezTo>
                    <a:pt x="0" y="366047"/>
                    <a:pt x="323850" y="613697"/>
                    <a:pt x="323850" y="613697"/>
                  </a:cubicBezTo>
                  <a:cubicBezTo>
                    <a:pt x="323850" y="613697"/>
                    <a:pt x="647700" y="366047"/>
                    <a:pt x="647700" y="166022"/>
                  </a:cubicBezTo>
                  <a:cubicBezTo>
                    <a:pt x="647700" y="32672"/>
                    <a:pt x="443865" y="-110203"/>
                    <a:pt x="323850" y="127922"/>
                  </a:cubicBez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5" name="Google Shape;635;p40">
            <a:hlinkClick action="ppaction://hlinksldjump" r:id="rId17"/>
          </p:cNvPr>
          <p:cNvSpPr txBox="1"/>
          <p:nvPr/>
        </p:nvSpPr>
        <p:spPr>
          <a:xfrm>
            <a:off x="651992" y="1987469"/>
            <a:ext cx="86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Artistas</a:t>
            </a:r>
            <a:endParaRPr sz="1100"/>
          </a:p>
        </p:txBody>
      </p:sp>
      <p:cxnSp>
        <p:nvCxnSpPr>
          <p:cNvPr id="636" name="Google Shape;636;p40"/>
          <p:cNvCxnSpPr/>
          <p:nvPr/>
        </p:nvCxnSpPr>
        <p:spPr>
          <a:xfrm>
            <a:off x="253142" y="2402327"/>
            <a:ext cx="1750200" cy="0"/>
          </a:xfrm>
          <a:prstGeom prst="straightConnector1">
            <a:avLst/>
          </a:prstGeom>
          <a:noFill/>
          <a:ln cap="flat" cmpd="sng" w="9525">
            <a:solidFill>
              <a:srgbClr val="55555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7" name="Google Shape;637;p40">
            <a:hlinkClick action="ppaction://hlinksldjump" r:id="rId18"/>
          </p:cNvPr>
          <p:cNvSpPr txBox="1"/>
          <p:nvPr/>
        </p:nvSpPr>
        <p:spPr>
          <a:xfrm>
            <a:off x="651992" y="2609435"/>
            <a:ext cx="97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Gráficos</a:t>
            </a:r>
            <a:endParaRPr sz="1100"/>
          </a:p>
        </p:txBody>
      </p:sp>
      <p:sp>
        <p:nvSpPr>
          <p:cNvPr id="638" name="Google Shape;638;p40">
            <a:hlinkClick action="ppaction://hlinksldjump" r:id="rId19"/>
          </p:cNvPr>
          <p:cNvSpPr/>
          <p:nvPr/>
        </p:nvSpPr>
        <p:spPr>
          <a:xfrm>
            <a:off x="352879" y="2609435"/>
            <a:ext cx="116151" cy="153705"/>
          </a:xfrm>
          <a:custGeom>
            <a:rect b="b" l="l" r="r" t="t"/>
            <a:pathLst>
              <a:path extrusionOk="0" h="621030" w="469298">
                <a:moveTo>
                  <a:pt x="467584" y="62389"/>
                </a:moveTo>
                <a:cubicBezTo>
                  <a:pt x="461298" y="29813"/>
                  <a:pt x="431294" y="-95"/>
                  <a:pt x="394242" y="0"/>
                </a:cubicBezTo>
                <a:cubicBezTo>
                  <a:pt x="287847" y="286"/>
                  <a:pt x="181453" y="0"/>
                  <a:pt x="75059" y="191"/>
                </a:cubicBezTo>
                <a:cubicBezTo>
                  <a:pt x="67248" y="191"/>
                  <a:pt x="59343" y="762"/>
                  <a:pt x="51913" y="3715"/>
                </a:cubicBezTo>
                <a:cubicBezTo>
                  <a:pt x="23910" y="15145"/>
                  <a:pt x="6860" y="35624"/>
                  <a:pt x="1240" y="65342"/>
                </a:cubicBezTo>
                <a:cubicBezTo>
                  <a:pt x="-665" y="75533"/>
                  <a:pt x="192" y="85916"/>
                  <a:pt x="192" y="96203"/>
                </a:cubicBezTo>
                <a:cubicBezTo>
                  <a:pt x="192" y="260985"/>
                  <a:pt x="192" y="425672"/>
                  <a:pt x="192" y="590455"/>
                </a:cubicBezTo>
                <a:cubicBezTo>
                  <a:pt x="192" y="608838"/>
                  <a:pt x="6384" y="617125"/>
                  <a:pt x="22671" y="621030"/>
                </a:cubicBezTo>
                <a:lnTo>
                  <a:pt x="32387" y="621030"/>
                </a:lnTo>
                <a:cubicBezTo>
                  <a:pt x="37626" y="620268"/>
                  <a:pt x="42483" y="618744"/>
                  <a:pt x="46674" y="615315"/>
                </a:cubicBezTo>
                <a:cubicBezTo>
                  <a:pt x="51437" y="611315"/>
                  <a:pt x="56771" y="607981"/>
                  <a:pt x="61819" y="604171"/>
                </a:cubicBezTo>
                <a:cubicBezTo>
                  <a:pt x="117064" y="562737"/>
                  <a:pt x="172214" y="521399"/>
                  <a:pt x="227364" y="479965"/>
                </a:cubicBezTo>
                <a:cubicBezTo>
                  <a:pt x="232380" y="476155"/>
                  <a:pt x="237333" y="476091"/>
                  <a:pt x="242223" y="479774"/>
                </a:cubicBezTo>
                <a:cubicBezTo>
                  <a:pt x="301754" y="524447"/>
                  <a:pt x="361380" y="569119"/>
                  <a:pt x="420912" y="613791"/>
                </a:cubicBezTo>
                <a:cubicBezTo>
                  <a:pt x="425484" y="617220"/>
                  <a:pt x="430151" y="620078"/>
                  <a:pt x="435866" y="621030"/>
                </a:cubicBezTo>
                <a:lnTo>
                  <a:pt x="445581" y="621030"/>
                </a:lnTo>
                <a:cubicBezTo>
                  <a:pt x="462155" y="617792"/>
                  <a:pt x="469108" y="609410"/>
                  <a:pt x="469299" y="592265"/>
                </a:cubicBezTo>
                <a:cubicBezTo>
                  <a:pt x="469299" y="591027"/>
                  <a:pt x="469299" y="589884"/>
                  <a:pt x="469299" y="588645"/>
                </a:cubicBezTo>
                <a:cubicBezTo>
                  <a:pt x="469299" y="419100"/>
                  <a:pt x="469299" y="249460"/>
                  <a:pt x="469299" y="79915"/>
                </a:cubicBezTo>
                <a:cubicBezTo>
                  <a:pt x="469299" y="74009"/>
                  <a:pt x="468822" y="68199"/>
                  <a:pt x="467679" y="62484"/>
                </a:cubicBezTo>
                <a:close/>
                <a:moveTo>
                  <a:pt x="415292" y="543211"/>
                </a:moveTo>
                <a:cubicBezTo>
                  <a:pt x="382716" y="518732"/>
                  <a:pt x="351093" y="495015"/>
                  <a:pt x="319470" y="471297"/>
                </a:cubicBezTo>
                <a:cubicBezTo>
                  <a:pt x="297372" y="454724"/>
                  <a:pt x="275274" y="438055"/>
                  <a:pt x="253176" y="421577"/>
                </a:cubicBezTo>
                <a:cubicBezTo>
                  <a:pt x="239937" y="411671"/>
                  <a:pt x="229459" y="411766"/>
                  <a:pt x="216315" y="421577"/>
                </a:cubicBezTo>
                <a:cubicBezTo>
                  <a:pt x="164022" y="460820"/>
                  <a:pt x="111730" y="500063"/>
                  <a:pt x="59438" y="539211"/>
                </a:cubicBezTo>
                <a:cubicBezTo>
                  <a:pt x="58009" y="540258"/>
                  <a:pt x="56580" y="541306"/>
                  <a:pt x="55152" y="542354"/>
                </a:cubicBezTo>
                <a:cubicBezTo>
                  <a:pt x="53151" y="541116"/>
                  <a:pt x="54009" y="539306"/>
                  <a:pt x="54009" y="537877"/>
                </a:cubicBezTo>
                <a:cubicBezTo>
                  <a:pt x="54009" y="385191"/>
                  <a:pt x="54009" y="232601"/>
                  <a:pt x="54009" y="79915"/>
                </a:cubicBezTo>
                <a:cubicBezTo>
                  <a:pt x="54009" y="62770"/>
                  <a:pt x="64391" y="52388"/>
                  <a:pt x="81536" y="52388"/>
                </a:cubicBezTo>
                <a:cubicBezTo>
                  <a:pt x="183739" y="52388"/>
                  <a:pt x="285847" y="52388"/>
                  <a:pt x="388050" y="52388"/>
                </a:cubicBezTo>
                <a:cubicBezTo>
                  <a:pt x="405195" y="52388"/>
                  <a:pt x="415578" y="62770"/>
                  <a:pt x="415578" y="79915"/>
                </a:cubicBezTo>
                <a:cubicBezTo>
                  <a:pt x="415578" y="232601"/>
                  <a:pt x="415578" y="385191"/>
                  <a:pt x="415578" y="537877"/>
                </a:cubicBezTo>
                <a:cubicBezTo>
                  <a:pt x="415578" y="539211"/>
                  <a:pt x="415482" y="540544"/>
                  <a:pt x="415387" y="543020"/>
                </a:cubicBezTo>
                <a:close/>
              </a:path>
            </a:pathLst>
          </a:custGeom>
          <a:solidFill>
            <a:srgbClr val="B4B5B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0">
            <a:hlinkClick action="ppaction://hlinksldjump" r:id="rId20"/>
          </p:cNvPr>
          <p:cNvSpPr txBox="1"/>
          <p:nvPr/>
        </p:nvSpPr>
        <p:spPr>
          <a:xfrm>
            <a:off x="652003" y="2949000"/>
            <a:ext cx="102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4B5B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Conclusões</a:t>
            </a:r>
            <a:endParaRPr sz="1100">
              <a:solidFill>
                <a:srgbClr val="B4B5B2"/>
              </a:solidFill>
            </a:endParaRPr>
          </a:p>
        </p:txBody>
      </p:sp>
      <p:sp>
        <p:nvSpPr>
          <p:cNvPr id="640" name="Google Shape;640;p40">
            <a:hlinkClick action="ppaction://hlinksldjump" r:id="rId21"/>
          </p:cNvPr>
          <p:cNvSpPr/>
          <p:nvPr/>
        </p:nvSpPr>
        <p:spPr>
          <a:xfrm>
            <a:off x="343018" y="2968523"/>
            <a:ext cx="130970" cy="154105"/>
          </a:xfrm>
          <a:custGeom>
            <a:rect b="b" l="l" r="r" t="t"/>
            <a:pathLst>
              <a:path extrusionOk="0" h="299233" w="254310">
                <a:moveTo>
                  <a:pt x="250564" y="139515"/>
                </a:moveTo>
                <a:cubicBezTo>
                  <a:pt x="238951" y="123995"/>
                  <a:pt x="227338" y="108453"/>
                  <a:pt x="215595" y="93041"/>
                </a:cubicBezTo>
                <a:cubicBezTo>
                  <a:pt x="213782" y="90667"/>
                  <a:pt x="213458" y="89221"/>
                  <a:pt x="215466" y="86609"/>
                </a:cubicBezTo>
                <a:cubicBezTo>
                  <a:pt x="227273" y="71218"/>
                  <a:pt x="238800" y="55655"/>
                  <a:pt x="250434" y="40135"/>
                </a:cubicBezTo>
                <a:cubicBezTo>
                  <a:pt x="252355" y="37588"/>
                  <a:pt x="253910" y="34890"/>
                  <a:pt x="254190" y="31631"/>
                </a:cubicBezTo>
                <a:cubicBezTo>
                  <a:pt x="255054" y="21896"/>
                  <a:pt x="248341" y="14924"/>
                  <a:pt x="238001" y="14924"/>
                </a:cubicBezTo>
                <a:cubicBezTo>
                  <a:pt x="179785" y="14924"/>
                  <a:pt x="121569" y="14924"/>
                  <a:pt x="63353" y="14967"/>
                </a:cubicBezTo>
                <a:cubicBezTo>
                  <a:pt x="61001" y="14967"/>
                  <a:pt x="59835" y="14773"/>
                  <a:pt x="59360" y="11923"/>
                </a:cubicBezTo>
                <a:cubicBezTo>
                  <a:pt x="58173" y="5102"/>
                  <a:pt x="52539" y="418"/>
                  <a:pt x="45999" y="30"/>
                </a:cubicBezTo>
                <a:cubicBezTo>
                  <a:pt x="38962" y="-380"/>
                  <a:pt x="32983" y="3483"/>
                  <a:pt x="30716" y="9916"/>
                </a:cubicBezTo>
                <a:cubicBezTo>
                  <a:pt x="29896" y="12269"/>
                  <a:pt x="29788" y="14708"/>
                  <a:pt x="29788" y="17169"/>
                </a:cubicBezTo>
                <a:cubicBezTo>
                  <a:pt x="29788" y="58310"/>
                  <a:pt x="29788" y="99474"/>
                  <a:pt x="29788" y="140615"/>
                </a:cubicBezTo>
                <a:lnTo>
                  <a:pt x="29788" y="156049"/>
                </a:lnTo>
                <a:cubicBezTo>
                  <a:pt x="29788" y="192636"/>
                  <a:pt x="29745" y="229223"/>
                  <a:pt x="29853" y="265811"/>
                </a:cubicBezTo>
                <a:cubicBezTo>
                  <a:pt x="29853" y="268725"/>
                  <a:pt x="29141" y="269631"/>
                  <a:pt x="26205" y="269437"/>
                </a:cubicBezTo>
                <a:cubicBezTo>
                  <a:pt x="22255" y="269178"/>
                  <a:pt x="18262" y="269286"/>
                  <a:pt x="14290" y="269437"/>
                </a:cubicBezTo>
                <a:cubicBezTo>
                  <a:pt x="6152" y="269761"/>
                  <a:pt x="43" y="276129"/>
                  <a:pt x="0" y="284180"/>
                </a:cubicBezTo>
                <a:cubicBezTo>
                  <a:pt x="-43" y="292274"/>
                  <a:pt x="5979" y="299031"/>
                  <a:pt x="14052" y="299095"/>
                </a:cubicBezTo>
                <a:cubicBezTo>
                  <a:pt x="34515" y="299290"/>
                  <a:pt x="54957" y="299268"/>
                  <a:pt x="75420" y="299095"/>
                </a:cubicBezTo>
                <a:cubicBezTo>
                  <a:pt x="83493" y="299031"/>
                  <a:pt x="89709" y="292318"/>
                  <a:pt x="89752" y="284331"/>
                </a:cubicBezTo>
                <a:cubicBezTo>
                  <a:pt x="89796" y="276258"/>
                  <a:pt x="83449" y="269696"/>
                  <a:pt x="75182" y="269415"/>
                </a:cubicBezTo>
                <a:cubicBezTo>
                  <a:pt x="71211" y="269286"/>
                  <a:pt x="67217" y="269156"/>
                  <a:pt x="63267" y="269437"/>
                </a:cubicBezTo>
                <a:cubicBezTo>
                  <a:pt x="60202" y="269674"/>
                  <a:pt x="59706" y="268552"/>
                  <a:pt x="59706" y="265746"/>
                </a:cubicBezTo>
                <a:cubicBezTo>
                  <a:pt x="59813" y="233238"/>
                  <a:pt x="59813" y="200752"/>
                  <a:pt x="59706" y="168245"/>
                </a:cubicBezTo>
                <a:cubicBezTo>
                  <a:pt x="59706" y="165266"/>
                  <a:pt x="60245" y="164381"/>
                  <a:pt x="63440" y="164381"/>
                </a:cubicBezTo>
                <a:cubicBezTo>
                  <a:pt x="120965" y="164489"/>
                  <a:pt x="178469" y="164467"/>
                  <a:pt x="235994" y="164467"/>
                </a:cubicBezTo>
                <a:cubicBezTo>
                  <a:pt x="237505" y="164467"/>
                  <a:pt x="239037" y="164467"/>
                  <a:pt x="240548" y="164381"/>
                </a:cubicBezTo>
                <a:cubicBezTo>
                  <a:pt x="244736" y="164143"/>
                  <a:pt x="248146" y="162309"/>
                  <a:pt x="250823" y="159092"/>
                </a:cubicBezTo>
                <a:cubicBezTo>
                  <a:pt x="255550" y="153394"/>
                  <a:pt x="255485" y="146076"/>
                  <a:pt x="250542" y="139471"/>
                </a:cubicBezTo>
                <a:close/>
                <a:moveTo>
                  <a:pt x="228374" y="147091"/>
                </a:moveTo>
                <a:cubicBezTo>
                  <a:pt x="175360" y="147091"/>
                  <a:pt x="122325" y="147091"/>
                  <a:pt x="69311" y="147091"/>
                </a:cubicBezTo>
                <a:cubicBezTo>
                  <a:pt x="63375" y="147091"/>
                  <a:pt x="59770" y="143788"/>
                  <a:pt x="59749" y="138349"/>
                </a:cubicBezTo>
                <a:cubicBezTo>
                  <a:pt x="59749" y="105906"/>
                  <a:pt x="59749" y="73463"/>
                  <a:pt x="59749" y="40999"/>
                </a:cubicBezTo>
                <a:cubicBezTo>
                  <a:pt x="59749" y="35559"/>
                  <a:pt x="63353" y="32257"/>
                  <a:pt x="69311" y="32257"/>
                </a:cubicBezTo>
                <a:cubicBezTo>
                  <a:pt x="122325" y="32257"/>
                  <a:pt x="175360" y="32257"/>
                  <a:pt x="228374" y="32257"/>
                </a:cubicBezTo>
                <a:cubicBezTo>
                  <a:pt x="228849" y="32257"/>
                  <a:pt x="229302" y="32300"/>
                  <a:pt x="230166" y="32321"/>
                </a:cubicBezTo>
                <a:cubicBezTo>
                  <a:pt x="221661" y="42682"/>
                  <a:pt x="213437" y="52720"/>
                  <a:pt x="205191" y="62757"/>
                </a:cubicBezTo>
                <a:cubicBezTo>
                  <a:pt x="199428" y="69772"/>
                  <a:pt x="193665" y="76787"/>
                  <a:pt x="187901" y="83824"/>
                </a:cubicBezTo>
                <a:cubicBezTo>
                  <a:pt x="184469" y="88012"/>
                  <a:pt x="184491" y="91358"/>
                  <a:pt x="187901" y="95524"/>
                </a:cubicBezTo>
                <a:cubicBezTo>
                  <a:pt x="201522" y="112123"/>
                  <a:pt x="215142" y="128722"/>
                  <a:pt x="228763" y="145343"/>
                </a:cubicBezTo>
                <a:cubicBezTo>
                  <a:pt x="229130" y="145796"/>
                  <a:pt x="229496" y="146249"/>
                  <a:pt x="229842" y="146702"/>
                </a:cubicBezTo>
                <a:cubicBezTo>
                  <a:pt x="229410" y="147350"/>
                  <a:pt x="228806" y="147069"/>
                  <a:pt x="228309" y="1470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B4B5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0"/>
          <p:cNvSpPr txBox="1"/>
          <p:nvPr/>
        </p:nvSpPr>
        <p:spPr>
          <a:xfrm>
            <a:off x="652004" y="3247150"/>
            <a:ext cx="83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D76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Propostas</a:t>
            </a:r>
            <a:endParaRPr sz="1100">
              <a:solidFill>
                <a:srgbClr val="1ED760"/>
              </a:solidFill>
            </a:endParaRPr>
          </a:p>
        </p:txBody>
      </p:sp>
      <p:grpSp>
        <p:nvGrpSpPr>
          <p:cNvPr id="642" name="Google Shape;642;p40"/>
          <p:cNvGrpSpPr/>
          <p:nvPr/>
        </p:nvGrpSpPr>
        <p:grpSpPr>
          <a:xfrm>
            <a:off x="323760" y="3266938"/>
            <a:ext cx="155769" cy="155820"/>
            <a:chOff x="6124575" y="3380359"/>
            <a:chExt cx="468618" cy="468774"/>
          </a:xfrm>
        </p:grpSpPr>
        <p:sp>
          <p:nvSpPr>
            <p:cNvPr id="643" name="Google Shape;643;p40"/>
            <p:cNvSpPr/>
            <p:nvPr/>
          </p:nvSpPr>
          <p:spPr>
            <a:xfrm>
              <a:off x="6124575" y="3380359"/>
              <a:ext cx="468618" cy="468774"/>
            </a:xfrm>
            <a:custGeom>
              <a:rect b="b" l="l" r="r" t="t"/>
              <a:pathLst>
                <a:path extrusionOk="0" h="468774" w="468618">
                  <a:moveTo>
                    <a:pt x="468523" y="56377"/>
                  </a:moveTo>
                  <a:cubicBezTo>
                    <a:pt x="468523" y="53329"/>
                    <a:pt x="468523" y="50186"/>
                    <a:pt x="467951" y="47138"/>
                  </a:cubicBezTo>
                  <a:cubicBezTo>
                    <a:pt x="463094" y="18849"/>
                    <a:pt x="441567" y="466"/>
                    <a:pt x="412706" y="85"/>
                  </a:cubicBezTo>
                  <a:cubicBezTo>
                    <a:pt x="391561" y="-106"/>
                    <a:pt x="370415" y="85"/>
                    <a:pt x="349270" y="85"/>
                  </a:cubicBezTo>
                  <a:cubicBezTo>
                    <a:pt x="329744" y="85"/>
                    <a:pt x="310217" y="85"/>
                    <a:pt x="290691" y="85"/>
                  </a:cubicBezTo>
                  <a:cubicBezTo>
                    <a:pt x="259640" y="-106"/>
                    <a:pt x="233446" y="10943"/>
                    <a:pt x="211538" y="32946"/>
                  </a:cubicBezTo>
                  <a:cubicBezTo>
                    <a:pt x="146959" y="97716"/>
                    <a:pt x="82379" y="162391"/>
                    <a:pt x="17800" y="227065"/>
                  </a:cubicBezTo>
                  <a:cubicBezTo>
                    <a:pt x="-5917" y="250878"/>
                    <a:pt x="-5917" y="284120"/>
                    <a:pt x="17705" y="307837"/>
                  </a:cubicBezTo>
                  <a:cubicBezTo>
                    <a:pt x="65234" y="355558"/>
                    <a:pt x="112859" y="403183"/>
                    <a:pt x="160484" y="450808"/>
                  </a:cubicBezTo>
                  <a:cubicBezTo>
                    <a:pt x="184392" y="474715"/>
                    <a:pt x="217539" y="474811"/>
                    <a:pt x="241542" y="450808"/>
                  </a:cubicBezTo>
                  <a:cubicBezTo>
                    <a:pt x="306407" y="386133"/>
                    <a:pt x="371177" y="321363"/>
                    <a:pt x="435947" y="256688"/>
                  </a:cubicBezTo>
                  <a:cubicBezTo>
                    <a:pt x="457664" y="234971"/>
                    <a:pt x="468713" y="208777"/>
                    <a:pt x="468618" y="177916"/>
                  </a:cubicBezTo>
                  <a:cubicBezTo>
                    <a:pt x="468523" y="137435"/>
                    <a:pt x="468618" y="96859"/>
                    <a:pt x="468618" y="56377"/>
                  </a:cubicBezTo>
                  <a:close/>
                  <a:moveTo>
                    <a:pt x="409944" y="230875"/>
                  </a:moveTo>
                  <a:cubicBezTo>
                    <a:pt x="345174" y="295455"/>
                    <a:pt x="280595" y="360034"/>
                    <a:pt x="215920" y="424709"/>
                  </a:cubicBezTo>
                  <a:cubicBezTo>
                    <a:pt x="206014" y="434615"/>
                    <a:pt x="196013" y="434615"/>
                    <a:pt x="186202" y="424709"/>
                  </a:cubicBezTo>
                  <a:cubicBezTo>
                    <a:pt x="139053" y="377560"/>
                    <a:pt x="92000" y="330316"/>
                    <a:pt x="44851" y="283168"/>
                  </a:cubicBezTo>
                  <a:cubicBezTo>
                    <a:pt x="33707" y="272023"/>
                    <a:pt x="33802" y="262879"/>
                    <a:pt x="44851" y="251735"/>
                  </a:cubicBezTo>
                  <a:cubicBezTo>
                    <a:pt x="108764" y="187727"/>
                    <a:pt x="172676" y="123814"/>
                    <a:pt x="236494" y="59711"/>
                  </a:cubicBezTo>
                  <a:cubicBezTo>
                    <a:pt x="252020" y="44090"/>
                    <a:pt x="270403" y="36375"/>
                    <a:pt x="292406" y="36565"/>
                  </a:cubicBezTo>
                  <a:cubicBezTo>
                    <a:pt x="331744" y="36756"/>
                    <a:pt x="371082" y="36565"/>
                    <a:pt x="410516" y="36565"/>
                  </a:cubicBezTo>
                  <a:cubicBezTo>
                    <a:pt x="425184" y="36565"/>
                    <a:pt x="432233" y="43709"/>
                    <a:pt x="432233" y="58473"/>
                  </a:cubicBezTo>
                  <a:cubicBezTo>
                    <a:pt x="432233" y="78666"/>
                    <a:pt x="432233" y="98859"/>
                    <a:pt x="432233" y="118957"/>
                  </a:cubicBezTo>
                  <a:cubicBezTo>
                    <a:pt x="432233" y="138292"/>
                    <a:pt x="432233" y="157628"/>
                    <a:pt x="432233" y="177059"/>
                  </a:cubicBezTo>
                  <a:cubicBezTo>
                    <a:pt x="432233" y="198109"/>
                    <a:pt x="424994" y="216016"/>
                    <a:pt x="410039" y="230875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6405646" y="3456453"/>
              <a:ext cx="109824" cy="109728"/>
            </a:xfrm>
            <a:custGeom>
              <a:rect b="b" l="l" r="r" t="t"/>
              <a:pathLst>
                <a:path extrusionOk="0" h="109728" w="109824">
                  <a:moveTo>
                    <a:pt x="55055" y="0"/>
                  </a:moveTo>
                  <a:cubicBezTo>
                    <a:pt x="24765" y="-95"/>
                    <a:pt x="95" y="24480"/>
                    <a:pt x="0" y="54674"/>
                  </a:cubicBezTo>
                  <a:cubicBezTo>
                    <a:pt x="0" y="84868"/>
                    <a:pt x="24575" y="109633"/>
                    <a:pt x="54769" y="109728"/>
                  </a:cubicBezTo>
                  <a:cubicBezTo>
                    <a:pt x="85058" y="109728"/>
                    <a:pt x="109633" y="85344"/>
                    <a:pt x="109823" y="55055"/>
                  </a:cubicBezTo>
                  <a:cubicBezTo>
                    <a:pt x="110014" y="24861"/>
                    <a:pt x="85344" y="191"/>
                    <a:pt x="55055" y="96"/>
                  </a:cubicBezTo>
                  <a:close/>
                  <a:moveTo>
                    <a:pt x="54673" y="73152"/>
                  </a:moveTo>
                  <a:cubicBezTo>
                    <a:pt x="44577" y="72962"/>
                    <a:pt x="36576" y="64675"/>
                    <a:pt x="36671" y="54579"/>
                  </a:cubicBezTo>
                  <a:cubicBezTo>
                    <a:pt x="36766" y="44482"/>
                    <a:pt x="45053" y="36386"/>
                    <a:pt x="55150" y="36481"/>
                  </a:cubicBezTo>
                  <a:cubicBezTo>
                    <a:pt x="65151" y="36576"/>
                    <a:pt x="73247" y="44958"/>
                    <a:pt x="73152" y="55055"/>
                  </a:cubicBezTo>
                  <a:cubicBezTo>
                    <a:pt x="73057" y="65151"/>
                    <a:pt x="64675" y="73248"/>
                    <a:pt x="54673" y="73152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40"/>
          <p:cNvGrpSpPr/>
          <p:nvPr/>
        </p:nvGrpSpPr>
        <p:grpSpPr>
          <a:xfrm>
            <a:off x="6828349" y="220591"/>
            <a:ext cx="758250" cy="223425"/>
            <a:chOff x="9104466" y="294121"/>
            <a:chExt cx="1011000" cy="297900"/>
          </a:xfrm>
        </p:grpSpPr>
        <p:sp>
          <p:nvSpPr>
            <p:cNvPr id="646" name="Google Shape;646;p40"/>
            <p:cNvSpPr/>
            <p:nvPr/>
          </p:nvSpPr>
          <p:spPr>
            <a:xfrm>
              <a:off x="9104466" y="294121"/>
              <a:ext cx="1011000" cy="297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40"/>
            <p:cNvSpPr txBox="1"/>
            <p:nvPr/>
          </p:nvSpPr>
          <p:spPr>
            <a:xfrm>
              <a:off x="9179442" y="302573"/>
              <a:ext cx="861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</a:t>
              </a:r>
              <a:endParaRPr sz="1100"/>
            </a:p>
          </p:txBody>
        </p:sp>
      </p:grpSp>
      <p:sp>
        <p:nvSpPr>
          <p:cNvPr id="648" name="Google Shape;648;p40"/>
          <p:cNvSpPr/>
          <p:nvPr/>
        </p:nvSpPr>
        <p:spPr>
          <a:xfrm>
            <a:off x="7821330" y="220591"/>
            <a:ext cx="1022700" cy="223500"/>
          </a:xfrm>
          <a:prstGeom prst="roundRect">
            <a:avLst>
              <a:gd fmla="val 50000" name="adj"/>
            </a:avLst>
          </a:prstGeom>
          <a:solidFill>
            <a:srgbClr val="0A08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0"/>
          <p:cNvSpPr txBox="1"/>
          <p:nvPr/>
        </p:nvSpPr>
        <p:spPr>
          <a:xfrm>
            <a:off x="7994698" y="228442"/>
            <a:ext cx="6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</a:t>
            </a:r>
            <a:endParaRPr sz="1100"/>
          </a:p>
        </p:txBody>
      </p:sp>
      <p:sp>
        <p:nvSpPr>
          <p:cNvPr id="650" name="Google Shape;650;p40"/>
          <p:cNvSpPr/>
          <p:nvPr/>
        </p:nvSpPr>
        <p:spPr>
          <a:xfrm>
            <a:off x="7849446" y="241506"/>
            <a:ext cx="178500" cy="178500"/>
          </a:xfrm>
          <a:prstGeom prst="ellipse">
            <a:avLst/>
          </a:prstGeom>
          <a:solidFill>
            <a:srgbClr val="5555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7895219" y="282786"/>
            <a:ext cx="87048" cy="96035"/>
          </a:xfrm>
          <a:custGeom>
            <a:rect b="b" l="l" r="r" t="t"/>
            <a:pathLst>
              <a:path extrusionOk="0" h="128047" w="116064">
                <a:moveTo>
                  <a:pt x="115527" y="108391"/>
                </a:moveTo>
                <a:cubicBezTo>
                  <a:pt x="113261" y="93389"/>
                  <a:pt x="106280" y="81019"/>
                  <a:pt x="94646" y="71344"/>
                </a:cubicBezTo>
                <a:cubicBezTo>
                  <a:pt x="90176" y="67609"/>
                  <a:pt x="85154" y="64731"/>
                  <a:pt x="79582" y="62465"/>
                </a:cubicBezTo>
                <a:cubicBezTo>
                  <a:pt x="95932" y="49177"/>
                  <a:pt x="96973" y="26153"/>
                  <a:pt x="84052" y="11702"/>
                </a:cubicBezTo>
                <a:cubicBezTo>
                  <a:pt x="71315" y="-2627"/>
                  <a:pt x="49516" y="-3974"/>
                  <a:pt x="35187" y="8640"/>
                </a:cubicBezTo>
                <a:cubicBezTo>
                  <a:pt x="27900" y="15070"/>
                  <a:pt x="23859" y="23214"/>
                  <a:pt x="23308" y="32889"/>
                </a:cubicBezTo>
                <a:cubicBezTo>
                  <a:pt x="22696" y="44891"/>
                  <a:pt x="27288" y="54689"/>
                  <a:pt x="36534" y="62404"/>
                </a:cubicBezTo>
                <a:cubicBezTo>
                  <a:pt x="36106" y="62588"/>
                  <a:pt x="35800" y="62771"/>
                  <a:pt x="35432" y="62894"/>
                </a:cubicBezTo>
                <a:cubicBezTo>
                  <a:pt x="20981" y="69201"/>
                  <a:pt x="10694" y="79611"/>
                  <a:pt x="4448" y="94123"/>
                </a:cubicBezTo>
                <a:cubicBezTo>
                  <a:pt x="529" y="103370"/>
                  <a:pt x="-329" y="112984"/>
                  <a:pt x="100" y="122842"/>
                </a:cubicBezTo>
                <a:cubicBezTo>
                  <a:pt x="100" y="124189"/>
                  <a:pt x="712" y="125292"/>
                  <a:pt x="1631" y="126210"/>
                </a:cubicBezTo>
                <a:cubicBezTo>
                  <a:pt x="2917" y="127557"/>
                  <a:pt x="4570" y="128047"/>
                  <a:pt x="6407" y="128047"/>
                </a:cubicBezTo>
                <a:cubicBezTo>
                  <a:pt x="40821" y="128047"/>
                  <a:pt x="75234" y="128047"/>
                  <a:pt x="109648" y="128047"/>
                </a:cubicBezTo>
                <a:cubicBezTo>
                  <a:pt x="110077" y="128047"/>
                  <a:pt x="110567" y="128047"/>
                  <a:pt x="110995" y="127986"/>
                </a:cubicBezTo>
                <a:cubicBezTo>
                  <a:pt x="113935" y="127557"/>
                  <a:pt x="116016" y="125414"/>
                  <a:pt x="116016" y="122475"/>
                </a:cubicBezTo>
                <a:cubicBezTo>
                  <a:pt x="116078" y="117760"/>
                  <a:pt x="116200" y="113045"/>
                  <a:pt x="115465" y="108330"/>
                </a:cubicBezTo>
                <a:close/>
                <a:moveTo>
                  <a:pt x="34881" y="35094"/>
                </a:moveTo>
                <a:cubicBezTo>
                  <a:pt x="34881" y="22234"/>
                  <a:pt x="45107" y="11763"/>
                  <a:pt x="57721" y="11702"/>
                </a:cubicBezTo>
                <a:cubicBezTo>
                  <a:pt x="70764" y="11641"/>
                  <a:pt x="81174" y="21928"/>
                  <a:pt x="81235" y="34971"/>
                </a:cubicBezTo>
                <a:cubicBezTo>
                  <a:pt x="81297" y="47769"/>
                  <a:pt x="70826" y="58240"/>
                  <a:pt x="57966" y="58240"/>
                </a:cubicBezTo>
                <a:cubicBezTo>
                  <a:pt x="45291" y="58240"/>
                  <a:pt x="34881" y="47769"/>
                  <a:pt x="34881" y="35094"/>
                </a:cubicBezTo>
                <a:close/>
                <a:moveTo>
                  <a:pt x="103280" y="116413"/>
                </a:moveTo>
                <a:cubicBezTo>
                  <a:pt x="88155" y="116413"/>
                  <a:pt x="73091" y="116413"/>
                  <a:pt x="57966" y="116413"/>
                </a:cubicBezTo>
                <a:cubicBezTo>
                  <a:pt x="42842" y="116413"/>
                  <a:pt x="28023" y="116413"/>
                  <a:pt x="13082" y="116413"/>
                </a:cubicBezTo>
                <a:cubicBezTo>
                  <a:pt x="11918" y="116413"/>
                  <a:pt x="11551" y="116229"/>
                  <a:pt x="11612" y="114943"/>
                </a:cubicBezTo>
                <a:cubicBezTo>
                  <a:pt x="13021" y="94797"/>
                  <a:pt x="22879" y="80529"/>
                  <a:pt x="41494" y="72936"/>
                </a:cubicBezTo>
                <a:cubicBezTo>
                  <a:pt x="67274" y="62465"/>
                  <a:pt x="97156" y="78509"/>
                  <a:pt x="103219" y="105697"/>
                </a:cubicBezTo>
                <a:cubicBezTo>
                  <a:pt x="103892" y="108820"/>
                  <a:pt x="104259" y="111943"/>
                  <a:pt x="104443" y="115127"/>
                </a:cubicBezTo>
                <a:cubicBezTo>
                  <a:pt x="104504" y="116229"/>
                  <a:pt x="104198" y="116351"/>
                  <a:pt x="103219" y="1163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0"/>
          <p:cNvSpPr/>
          <p:nvPr/>
        </p:nvSpPr>
        <p:spPr>
          <a:xfrm rot="3599511">
            <a:off x="8687344" y="291053"/>
            <a:ext cx="64784" cy="56039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0"/>
          <p:cNvSpPr txBox="1"/>
          <p:nvPr/>
        </p:nvSpPr>
        <p:spPr>
          <a:xfrm>
            <a:off x="424749" y="4843650"/>
            <a:ext cx="83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Bianca</a:t>
            </a:r>
            <a:endParaRPr sz="1100"/>
          </a:p>
        </p:txBody>
      </p:sp>
      <p:pic>
        <p:nvPicPr>
          <p:cNvPr id="654" name="Google Shape;654;p4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154025" y="871899"/>
            <a:ext cx="1696771" cy="10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0" title="IMG_4431.MOV">
            <a:hlinkClick r:id="rId23"/>
          </p:cNvPr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26062" y="3756925"/>
            <a:ext cx="1696776" cy="95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0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048900" y="1313850"/>
            <a:ext cx="1627699" cy="1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0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150448" y="2949000"/>
            <a:ext cx="1232800" cy="17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1"/>
          <p:cNvSpPr txBox="1"/>
          <p:nvPr/>
        </p:nvSpPr>
        <p:spPr>
          <a:xfrm>
            <a:off x="2965070" y="1752858"/>
            <a:ext cx="3213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rgbClr val="1ED76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Obrigado</a:t>
            </a:r>
            <a:endParaRPr sz="1100"/>
          </a:p>
        </p:txBody>
      </p:sp>
      <p:sp>
        <p:nvSpPr>
          <p:cNvPr id="663" name="Google Shape;663;p41"/>
          <p:cNvSpPr/>
          <p:nvPr/>
        </p:nvSpPr>
        <p:spPr>
          <a:xfrm>
            <a:off x="0" y="4267463"/>
            <a:ext cx="9144000" cy="876667"/>
          </a:xfrm>
          <a:custGeom>
            <a:rect b="b" l="l" r="r" t="t"/>
            <a:pathLst>
              <a:path extrusionOk="0" h="1168889" w="12192000">
                <a:moveTo>
                  <a:pt x="0" y="0"/>
                </a:moveTo>
                <a:lnTo>
                  <a:pt x="12192000" y="0"/>
                </a:lnTo>
                <a:lnTo>
                  <a:pt x="12192000" y="1168890"/>
                </a:lnTo>
                <a:lnTo>
                  <a:pt x="0" y="11688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  <a:effectLst>
            <a:outerShdw blurRad="127000" rotWithShape="0" algn="tl" dir="2700000" dist="381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316830" y="4405395"/>
            <a:ext cx="600858" cy="600858"/>
          </a:xfrm>
          <a:custGeom>
            <a:rect b="b" l="l" r="r" t="t"/>
            <a:pathLst>
              <a:path extrusionOk="0" h="801144" w="801144">
                <a:moveTo>
                  <a:pt x="0" y="0"/>
                </a:moveTo>
                <a:lnTo>
                  <a:pt x="801145" y="0"/>
                </a:lnTo>
                <a:lnTo>
                  <a:pt x="801145" y="801145"/>
                </a:lnTo>
                <a:lnTo>
                  <a:pt x="0" y="801145"/>
                </a:lnTo>
                <a:close/>
              </a:path>
            </a:pathLst>
          </a:custGeom>
          <a:solidFill>
            <a:srgbClr val="DDDFD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1"/>
          <p:cNvSpPr txBox="1"/>
          <p:nvPr/>
        </p:nvSpPr>
        <p:spPr>
          <a:xfrm>
            <a:off x="971750" y="4711100"/>
            <a:ext cx="171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Lady Gaga, Ariana Grande</a:t>
            </a:r>
            <a:endParaRPr sz="1100"/>
          </a:p>
        </p:txBody>
      </p:sp>
      <p:sp>
        <p:nvSpPr>
          <p:cNvPr id="666" name="Google Shape;666;p41"/>
          <p:cNvSpPr txBox="1"/>
          <p:nvPr/>
        </p:nvSpPr>
        <p:spPr>
          <a:xfrm>
            <a:off x="968318" y="4489571"/>
            <a:ext cx="143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Rain On Me</a:t>
            </a:r>
            <a:endParaRPr sz="1100"/>
          </a:p>
        </p:txBody>
      </p:sp>
      <p:grpSp>
        <p:nvGrpSpPr>
          <p:cNvPr id="667" name="Google Shape;667;p41"/>
          <p:cNvGrpSpPr/>
          <p:nvPr/>
        </p:nvGrpSpPr>
        <p:grpSpPr>
          <a:xfrm>
            <a:off x="2330686" y="4655495"/>
            <a:ext cx="106499" cy="100543"/>
            <a:chOff x="3193815" y="6207327"/>
            <a:chExt cx="141998" cy="134058"/>
          </a:xfrm>
        </p:grpSpPr>
        <p:sp>
          <p:nvSpPr>
            <p:cNvPr id="668" name="Google Shape;668;p41"/>
            <p:cNvSpPr/>
            <p:nvPr/>
          </p:nvSpPr>
          <p:spPr>
            <a:xfrm>
              <a:off x="3193815" y="6207327"/>
              <a:ext cx="141998" cy="134058"/>
            </a:xfrm>
            <a:custGeom>
              <a:rect b="b" l="l" r="r" t="t"/>
              <a:pathLst>
                <a:path extrusionOk="0" h="134058" w="14199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solidFill>
              <a:srgbClr val="B4B5B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41"/>
            <p:cNvSpPr/>
            <p:nvPr/>
          </p:nvSpPr>
          <p:spPr>
            <a:xfrm>
              <a:off x="3193815" y="6207327"/>
              <a:ext cx="141998" cy="134058"/>
            </a:xfrm>
            <a:custGeom>
              <a:rect b="b" l="l" r="r" t="t"/>
              <a:pathLst>
                <a:path extrusionOk="0" h="134058" w="141998">
                  <a:moveTo>
                    <a:pt x="106499" y="0"/>
                  </a:moveTo>
                  <a:cubicBezTo>
                    <a:pt x="94360" y="0"/>
                    <a:pt x="81305" y="7634"/>
                    <a:pt x="70999" y="27942"/>
                  </a:cubicBezTo>
                  <a:cubicBezTo>
                    <a:pt x="60693" y="7634"/>
                    <a:pt x="47638" y="0"/>
                    <a:pt x="35500" y="0"/>
                  </a:cubicBezTo>
                  <a:cubicBezTo>
                    <a:pt x="16566" y="0"/>
                    <a:pt x="0" y="18551"/>
                    <a:pt x="0" y="36263"/>
                  </a:cubicBezTo>
                  <a:cubicBezTo>
                    <a:pt x="0" y="80008"/>
                    <a:pt x="70999" y="134059"/>
                    <a:pt x="70999" y="134059"/>
                  </a:cubicBezTo>
                  <a:cubicBezTo>
                    <a:pt x="70999" y="134059"/>
                    <a:pt x="141998" y="79931"/>
                    <a:pt x="141998" y="36263"/>
                  </a:cubicBezTo>
                  <a:cubicBezTo>
                    <a:pt x="141998" y="18475"/>
                    <a:pt x="125432" y="0"/>
                    <a:pt x="106499" y="0"/>
                  </a:cubicBezTo>
                  <a:lnTo>
                    <a:pt x="106499" y="0"/>
                  </a:lnTo>
                  <a:close/>
                  <a:moveTo>
                    <a:pt x="70999" y="128791"/>
                  </a:moveTo>
                  <a:cubicBezTo>
                    <a:pt x="58479" y="118714"/>
                    <a:pt x="4123" y="72908"/>
                    <a:pt x="4123" y="36263"/>
                  </a:cubicBezTo>
                  <a:cubicBezTo>
                    <a:pt x="4428" y="28018"/>
                    <a:pt x="7863" y="20231"/>
                    <a:pt x="13665" y="14353"/>
                  </a:cubicBezTo>
                  <a:cubicBezTo>
                    <a:pt x="19238" y="8169"/>
                    <a:pt x="27102" y="4428"/>
                    <a:pt x="35500" y="4199"/>
                  </a:cubicBezTo>
                  <a:cubicBezTo>
                    <a:pt x="47791" y="4199"/>
                    <a:pt x="58784" y="13055"/>
                    <a:pt x="67258" y="29850"/>
                  </a:cubicBezTo>
                  <a:lnTo>
                    <a:pt x="70999" y="37255"/>
                  </a:lnTo>
                  <a:lnTo>
                    <a:pt x="74740" y="29850"/>
                  </a:lnTo>
                  <a:cubicBezTo>
                    <a:pt x="83214" y="13055"/>
                    <a:pt x="94207" y="4199"/>
                    <a:pt x="106499" y="4199"/>
                  </a:cubicBezTo>
                  <a:cubicBezTo>
                    <a:pt x="122302" y="4199"/>
                    <a:pt x="137876" y="20078"/>
                    <a:pt x="137876" y="36339"/>
                  </a:cubicBezTo>
                  <a:cubicBezTo>
                    <a:pt x="137876" y="72908"/>
                    <a:pt x="83519" y="118790"/>
                    <a:pt x="70999" y="128867"/>
                  </a:cubicBezTo>
                  <a:lnTo>
                    <a:pt x="70999" y="128867"/>
                  </a:lnTo>
                  <a:close/>
                </a:path>
              </a:pathLst>
            </a:custGeom>
            <a:noFill/>
            <a:ln cap="flat" cmpd="sng" w="9525">
              <a:solidFill>
                <a:srgbClr val="B4B5B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0" name="Google Shape;670;p41"/>
          <p:cNvSpPr txBox="1"/>
          <p:nvPr/>
        </p:nvSpPr>
        <p:spPr>
          <a:xfrm>
            <a:off x="2998149" y="4819200"/>
            <a:ext cx="357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0:23</a:t>
            </a:r>
            <a:endParaRPr sz="1100"/>
          </a:p>
        </p:txBody>
      </p:sp>
      <p:sp>
        <p:nvSpPr>
          <p:cNvPr id="671" name="Google Shape;671;p41"/>
          <p:cNvSpPr txBox="1"/>
          <p:nvPr/>
        </p:nvSpPr>
        <p:spPr>
          <a:xfrm>
            <a:off x="6389001" y="4819200"/>
            <a:ext cx="464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-3:</a:t>
            </a:r>
            <a:r>
              <a:rPr lang="en-GB" sz="800">
                <a:solidFill>
                  <a:srgbClr val="A3A3A3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100"/>
          </a:p>
        </p:txBody>
      </p:sp>
      <p:grpSp>
        <p:nvGrpSpPr>
          <p:cNvPr id="672" name="Google Shape;672;p41"/>
          <p:cNvGrpSpPr/>
          <p:nvPr/>
        </p:nvGrpSpPr>
        <p:grpSpPr>
          <a:xfrm>
            <a:off x="3356200" y="4924490"/>
            <a:ext cx="3005610" cy="5725"/>
            <a:chOff x="4300409" y="6565987"/>
            <a:chExt cx="4007480" cy="7634"/>
          </a:xfrm>
        </p:grpSpPr>
        <p:sp>
          <p:nvSpPr>
            <p:cNvPr id="673" name="Google Shape;673;p41"/>
            <p:cNvSpPr/>
            <p:nvPr/>
          </p:nvSpPr>
          <p:spPr>
            <a:xfrm>
              <a:off x="4300409" y="6565987"/>
              <a:ext cx="4007480" cy="7634"/>
            </a:xfrm>
            <a:custGeom>
              <a:rect b="b" l="l" r="r" t="t"/>
              <a:pathLst>
                <a:path extrusionOk="0" h="7634" w="4007480">
                  <a:moveTo>
                    <a:pt x="0" y="0"/>
                  </a:moveTo>
                  <a:lnTo>
                    <a:pt x="4007481" y="0"/>
                  </a:lnTo>
                </a:path>
              </a:pathLst>
            </a:custGeom>
            <a:noFill/>
            <a:ln cap="rnd" cmpd="sng" w="22900">
              <a:solidFill>
                <a:srgbClr val="A3A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4300409" y="6565987"/>
              <a:ext cx="324992" cy="7634"/>
            </a:xfrm>
            <a:custGeom>
              <a:rect b="b" l="l" r="r" t="t"/>
              <a:pathLst>
                <a:path extrusionOk="0" h="7634" w="324992">
                  <a:moveTo>
                    <a:pt x="0" y="0"/>
                  </a:moveTo>
                  <a:lnTo>
                    <a:pt x="324993" y="0"/>
                  </a:lnTo>
                </a:path>
              </a:pathLst>
            </a:custGeom>
            <a:noFill/>
            <a:ln cap="rnd" cmpd="sng" w="22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" name="Google Shape;675;p41"/>
          <p:cNvGrpSpPr/>
          <p:nvPr/>
        </p:nvGrpSpPr>
        <p:grpSpPr>
          <a:xfrm>
            <a:off x="4511232" y="4456925"/>
            <a:ext cx="757843" cy="260465"/>
            <a:chOff x="5985836" y="6055175"/>
            <a:chExt cx="682813" cy="234678"/>
          </a:xfrm>
        </p:grpSpPr>
        <p:grpSp>
          <p:nvGrpSpPr>
            <p:cNvPr id="676" name="Google Shape;676;p41"/>
            <p:cNvGrpSpPr/>
            <p:nvPr/>
          </p:nvGrpSpPr>
          <p:grpSpPr>
            <a:xfrm>
              <a:off x="6209903" y="6055175"/>
              <a:ext cx="234678" cy="234678"/>
              <a:chOff x="6209903" y="6055175"/>
              <a:chExt cx="234678" cy="234678"/>
            </a:xfrm>
          </p:grpSpPr>
          <p:sp>
            <p:nvSpPr>
              <p:cNvPr id="677" name="Google Shape;677;p41"/>
              <p:cNvSpPr/>
              <p:nvPr/>
            </p:nvSpPr>
            <p:spPr>
              <a:xfrm>
                <a:off x="6209903" y="6055175"/>
                <a:ext cx="234678" cy="234678"/>
              </a:xfrm>
              <a:custGeom>
                <a:rect b="b" l="l" r="r" t="t"/>
                <a:pathLst>
                  <a:path extrusionOk="0" h="234678" w="234678">
                    <a:moveTo>
                      <a:pt x="234679" y="117339"/>
                    </a:moveTo>
                    <a:cubicBezTo>
                      <a:pt x="234679" y="182144"/>
                      <a:pt x="182144" y="234679"/>
                      <a:pt x="117339" y="234679"/>
                    </a:cubicBezTo>
                    <a:cubicBezTo>
                      <a:pt x="52535" y="234679"/>
                      <a:pt x="0" y="182144"/>
                      <a:pt x="0" y="117339"/>
                    </a:cubicBezTo>
                    <a:cubicBezTo>
                      <a:pt x="0" y="52535"/>
                      <a:pt x="52535" y="0"/>
                      <a:pt x="117339" y="0"/>
                    </a:cubicBezTo>
                    <a:cubicBezTo>
                      <a:pt x="182144" y="0"/>
                      <a:pt x="234679" y="52535"/>
                      <a:pt x="234679" y="1173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8" name="Google Shape;678;p41"/>
              <p:cNvGrpSpPr/>
              <p:nvPr/>
            </p:nvGrpSpPr>
            <p:grpSpPr>
              <a:xfrm>
                <a:off x="6289224" y="6120601"/>
                <a:ext cx="76037" cy="103750"/>
                <a:chOff x="6289224" y="6120601"/>
                <a:chExt cx="76037" cy="103750"/>
              </a:xfrm>
            </p:grpSpPr>
            <p:sp>
              <p:nvSpPr>
                <p:cNvPr id="679" name="Google Shape;679;p41"/>
                <p:cNvSpPr/>
                <p:nvPr/>
              </p:nvSpPr>
              <p:spPr>
                <a:xfrm>
                  <a:off x="6289224" y="6120601"/>
                  <a:ext cx="25345" cy="103750"/>
                </a:xfrm>
                <a:custGeom>
                  <a:rect b="b" l="l" r="r" t="t"/>
                  <a:pathLst>
                    <a:path extrusionOk="0" h="103750" w="25345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41"/>
                <p:cNvSpPr/>
                <p:nvPr/>
              </p:nvSpPr>
              <p:spPr>
                <a:xfrm>
                  <a:off x="6339916" y="6120601"/>
                  <a:ext cx="25345" cy="103750"/>
                </a:xfrm>
                <a:custGeom>
                  <a:rect b="b" l="l" r="r" t="t"/>
                  <a:pathLst>
                    <a:path extrusionOk="0" h="103750" w="25345">
                      <a:moveTo>
                        <a:pt x="0" y="0"/>
                      </a:moveTo>
                      <a:lnTo>
                        <a:pt x="25346" y="0"/>
                      </a:lnTo>
                      <a:lnTo>
                        <a:pt x="25346" y="103750"/>
                      </a:lnTo>
                      <a:lnTo>
                        <a:pt x="0" y="1037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1" name="Google Shape;681;p41"/>
            <p:cNvGrpSpPr/>
            <p:nvPr/>
          </p:nvGrpSpPr>
          <p:grpSpPr>
            <a:xfrm>
              <a:off x="6565205" y="6114036"/>
              <a:ext cx="103444" cy="111613"/>
              <a:chOff x="6565205" y="6114036"/>
              <a:chExt cx="103444" cy="111613"/>
            </a:xfrm>
          </p:grpSpPr>
          <p:sp>
            <p:nvSpPr>
              <p:cNvPr id="682" name="Google Shape;682;p41"/>
              <p:cNvSpPr/>
              <p:nvPr/>
            </p:nvSpPr>
            <p:spPr>
              <a:xfrm>
                <a:off x="6565205" y="6114036"/>
                <a:ext cx="96650" cy="111613"/>
              </a:xfrm>
              <a:custGeom>
                <a:rect b="b" l="l" r="r" t="t"/>
                <a:pathLst>
                  <a:path extrusionOk="0" h="111613" w="96650">
                    <a:moveTo>
                      <a:pt x="96650" y="55807"/>
                    </a:moveTo>
                    <a:lnTo>
                      <a:pt x="0" y="0"/>
                    </a:lnTo>
                    <a:lnTo>
                      <a:pt x="0" y="111614"/>
                    </a:lnTo>
                    <a:lnTo>
                      <a:pt x="96650" y="558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41"/>
              <p:cNvSpPr/>
              <p:nvPr/>
            </p:nvSpPr>
            <p:spPr>
              <a:xfrm>
                <a:off x="6655060" y="6114036"/>
                <a:ext cx="13589" cy="111613"/>
              </a:xfrm>
              <a:custGeom>
                <a:rect b="b" l="l" r="r" t="t"/>
                <a:pathLst>
                  <a:path extrusionOk="0" h="111613" w="13589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4" name="Google Shape;684;p41"/>
            <p:cNvGrpSpPr/>
            <p:nvPr/>
          </p:nvGrpSpPr>
          <p:grpSpPr>
            <a:xfrm>
              <a:off x="5985836" y="6114036"/>
              <a:ext cx="103521" cy="111613"/>
              <a:chOff x="5985836" y="6114036"/>
              <a:chExt cx="103521" cy="111613"/>
            </a:xfrm>
          </p:grpSpPr>
          <p:sp>
            <p:nvSpPr>
              <p:cNvPr id="685" name="Google Shape;685;p41"/>
              <p:cNvSpPr/>
              <p:nvPr/>
            </p:nvSpPr>
            <p:spPr>
              <a:xfrm>
                <a:off x="5992631" y="6114036"/>
                <a:ext cx="96726" cy="111613"/>
              </a:xfrm>
              <a:custGeom>
                <a:rect b="b" l="l" r="r" t="t"/>
                <a:pathLst>
                  <a:path extrusionOk="0" h="111613" w="96726">
                    <a:moveTo>
                      <a:pt x="0" y="55807"/>
                    </a:moveTo>
                    <a:lnTo>
                      <a:pt x="96727" y="0"/>
                    </a:lnTo>
                    <a:lnTo>
                      <a:pt x="96727" y="111614"/>
                    </a:lnTo>
                    <a:lnTo>
                      <a:pt x="0" y="558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41"/>
              <p:cNvSpPr/>
              <p:nvPr/>
            </p:nvSpPr>
            <p:spPr>
              <a:xfrm rot="10800000">
                <a:off x="5985836" y="6114036"/>
                <a:ext cx="13589" cy="111613"/>
              </a:xfrm>
              <a:custGeom>
                <a:rect b="b" l="l" r="r" t="t"/>
                <a:pathLst>
                  <a:path extrusionOk="0" h="111613" w="13589">
                    <a:moveTo>
                      <a:pt x="0" y="0"/>
                    </a:moveTo>
                    <a:lnTo>
                      <a:pt x="13589" y="0"/>
                    </a:lnTo>
                    <a:lnTo>
                      <a:pt x="13589" y="111614"/>
                    </a:lnTo>
                    <a:lnTo>
                      <a:pt x="0" y="1116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7" name="Google Shape;687;p41"/>
          <p:cNvGrpSpPr/>
          <p:nvPr/>
        </p:nvGrpSpPr>
        <p:grpSpPr>
          <a:xfrm>
            <a:off x="5553690" y="4531997"/>
            <a:ext cx="138791" cy="145485"/>
            <a:chOff x="6925086" y="6122815"/>
            <a:chExt cx="125050" cy="131081"/>
          </a:xfrm>
        </p:grpSpPr>
        <p:sp>
          <p:nvSpPr>
            <p:cNvPr id="688" name="Google Shape;688;p41"/>
            <p:cNvSpPr/>
            <p:nvPr/>
          </p:nvSpPr>
          <p:spPr>
            <a:xfrm>
              <a:off x="6925086" y="6122815"/>
              <a:ext cx="125050" cy="110621"/>
            </a:xfrm>
            <a:custGeom>
              <a:rect b="b" l="l" r="r" t="t"/>
              <a:pathLst>
                <a:path extrusionOk="0" h="110621" w="125050">
                  <a:moveTo>
                    <a:pt x="94742" y="0"/>
                  </a:moveTo>
                  <a:lnTo>
                    <a:pt x="30308" y="0"/>
                  </a:lnTo>
                  <a:cubicBezTo>
                    <a:pt x="13589" y="0"/>
                    <a:pt x="0" y="13589"/>
                    <a:pt x="0" y="30308"/>
                  </a:cubicBezTo>
                  <a:lnTo>
                    <a:pt x="0" y="64892"/>
                  </a:lnTo>
                  <a:cubicBezTo>
                    <a:pt x="0" y="81611"/>
                    <a:pt x="13589" y="95200"/>
                    <a:pt x="30308" y="95200"/>
                  </a:cubicBezTo>
                  <a:lnTo>
                    <a:pt x="45424" y="95200"/>
                  </a:lnTo>
                  <a:cubicBezTo>
                    <a:pt x="47486" y="95200"/>
                    <a:pt x="49165" y="93520"/>
                    <a:pt x="49165" y="91459"/>
                  </a:cubicBezTo>
                  <a:cubicBezTo>
                    <a:pt x="49165" y="89398"/>
                    <a:pt x="47486" y="87718"/>
                    <a:pt x="45424" y="87718"/>
                  </a:cubicBezTo>
                  <a:lnTo>
                    <a:pt x="30308" y="87718"/>
                  </a:lnTo>
                  <a:cubicBezTo>
                    <a:pt x="17712" y="87718"/>
                    <a:pt x="7482" y="77488"/>
                    <a:pt x="7482" y="64892"/>
                  </a:cubicBezTo>
                  <a:lnTo>
                    <a:pt x="7482" y="30308"/>
                  </a:lnTo>
                  <a:cubicBezTo>
                    <a:pt x="7482" y="17712"/>
                    <a:pt x="17712" y="7482"/>
                    <a:pt x="30308" y="7482"/>
                  </a:cubicBezTo>
                  <a:lnTo>
                    <a:pt x="94742" y="7482"/>
                  </a:lnTo>
                  <a:cubicBezTo>
                    <a:pt x="107338" y="7482"/>
                    <a:pt x="117569" y="17712"/>
                    <a:pt x="117569" y="30308"/>
                  </a:cubicBezTo>
                  <a:lnTo>
                    <a:pt x="117569" y="64892"/>
                  </a:lnTo>
                  <a:cubicBezTo>
                    <a:pt x="117569" y="77488"/>
                    <a:pt x="107338" y="87718"/>
                    <a:pt x="94742" y="87718"/>
                  </a:cubicBezTo>
                  <a:lnTo>
                    <a:pt x="67335" y="87718"/>
                  </a:lnTo>
                  <a:lnTo>
                    <a:pt x="76343" y="78710"/>
                  </a:lnTo>
                  <a:cubicBezTo>
                    <a:pt x="77794" y="77259"/>
                    <a:pt x="77794" y="74816"/>
                    <a:pt x="76343" y="73366"/>
                  </a:cubicBezTo>
                  <a:cubicBezTo>
                    <a:pt x="74893" y="71915"/>
                    <a:pt x="72450" y="71915"/>
                    <a:pt x="71000" y="73366"/>
                  </a:cubicBezTo>
                  <a:lnTo>
                    <a:pt x="55578" y="88787"/>
                  </a:lnTo>
                  <a:cubicBezTo>
                    <a:pt x="54891" y="89474"/>
                    <a:pt x="54509" y="90467"/>
                    <a:pt x="54509" y="91459"/>
                  </a:cubicBezTo>
                  <a:cubicBezTo>
                    <a:pt x="54509" y="92452"/>
                    <a:pt x="54891" y="93444"/>
                    <a:pt x="55578" y="94131"/>
                  </a:cubicBezTo>
                  <a:lnTo>
                    <a:pt x="71000" y="109552"/>
                  </a:lnTo>
                  <a:cubicBezTo>
                    <a:pt x="71763" y="110316"/>
                    <a:pt x="72679" y="110621"/>
                    <a:pt x="73671" y="110621"/>
                  </a:cubicBezTo>
                  <a:cubicBezTo>
                    <a:pt x="74664" y="110621"/>
                    <a:pt x="75580" y="110239"/>
                    <a:pt x="76343" y="109552"/>
                  </a:cubicBezTo>
                  <a:cubicBezTo>
                    <a:pt x="77794" y="108102"/>
                    <a:pt x="77794" y="105659"/>
                    <a:pt x="76343" y="104208"/>
                  </a:cubicBezTo>
                  <a:lnTo>
                    <a:pt x="67335" y="95200"/>
                  </a:lnTo>
                  <a:lnTo>
                    <a:pt x="94742" y="95200"/>
                  </a:lnTo>
                  <a:cubicBezTo>
                    <a:pt x="111461" y="95200"/>
                    <a:pt x="125050" y="81611"/>
                    <a:pt x="125050" y="64892"/>
                  </a:cubicBezTo>
                  <a:lnTo>
                    <a:pt x="125050" y="30308"/>
                  </a:lnTo>
                  <a:cubicBezTo>
                    <a:pt x="125050" y="13589"/>
                    <a:pt x="111461" y="0"/>
                    <a:pt x="94742" y="0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41"/>
            <p:cNvSpPr/>
            <p:nvPr/>
          </p:nvSpPr>
          <p:spPr>
            <a:xfrm>
              <a:off x="6987611" y="6243514"/>
              <a:ext cx="10382" cy="10382"/>
            </a:xfrm>
            <a:custGeom>
              <a:rect b="b" l="l" r="r" t="t"/>
              <a:pathLst>
                <a:path extrusionOk="0" h="10382" w="10382">
                  <a:moveTo>
                    <a:pt x="10383" y="5191"/>
                  </a:moveTo>
                  <a:cubicBezTo>
                    <a:pt x="10383" y="8058"/>
                    <a:pt x="8059" y="10383"/>
                    <a:pt x="5192" y="10383"/>
                  </a:cubicBezTo>
                  <a:cubicBezTo>
                    <a:pt x="2325" y="10383"/>
                    <a:pt x="0" y="8058"/>
                    <a:pt x="0" y="5191"/>
                  </a:cubicBezTo>
                  <a:cubicBezTo>
                    <a:pt x="0" y="2324"/>
                    <a:pt x="2325" y="0"/>
                    <a:pt x="5192" y="0"/>
                  </a:cubicBezTo>
                  <a:cubicBezTo>
                    <a:pt x="8059" y="0"/>
                    <a:pt x="10383" y="2324"/>
                    <a:pt x="10383" y="5191"/>
                  </a:cubicBezTo>
                  <a:close/>
                </a:path>
              </a:pathLst>
            </a:custGeom>
            <a:solidFill>
              <a:srgbClr val="1ED76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41"/>
          <p:cNvGrpSpPr/>
          <p:nvPr/>
        </p:nvGrpSpPr>
        <p:grpSpPr>
          <a:xfrm>
            <a:off x="4078427" y="4531135"/>
            <a:ext cx="133213" cy="106170"/>
            <a:chOff x="5595881" y="6122039"/>
            <a:chExt cx="120025" cy="95659"/>
          </a:xfrm>
        </p:grpSpPr>
        <p:sp>
          <p:nvSpPr>
            <p:cNvPr id="691" name="Google Shape;691;p41"/>
            <p:cNvSpPr/>
            <p:nvPr/>
          </p:nvSpPr>
          <p:spPr>
            <a:xfrm>
              <a:off x="5595881" y="6133630"/>
              <a:ext cx="120025" cy="84068"/>
            </a:xfrm>
            <a:custGeom>
              <a:rect b="b" l="l" r="r" t="t"/>
              <a:pathLst>
                <a:path extrusionOk="0" h="84068" w="120025">
                  <a:moveTo>
                    <a:pt x="99470" y="60184"/>
                  </a:moveTo>
                  <a:cubicBezTo>
                    <a:pt x="98020" y="58657"/>
                    <a:pt x="96569" y="57512"/>
                    <a:pt x="96188" y="55527"/>
                  </a:cubicBezTo>
                  <a:cubicBezTo>
                    <a:pt x="95729" y="53008"/>
                    <a:pt x="96721" y="50488"/>
                    <a:pt x="98936" y="49114"/>
                  </a:cubicBezTo>
                  <a:cubicBezTo>
                    <a:pt x="101150" y="47816"/>
                    <a:pt x="103974" y="47893"/>
                    <a:pt x="105883" y="49649"/>
                  </a:cubicBezTo>
                  <a:cubicBezTo>
                    <a:pt x="110158" y="53771"/>
                    <a:pt x="114357" y="57970"/>
                    <a:pt x="118480" y="62245"/>
                  </a:cubicBezTo>
                  <a:cubicBezTo>
                    <a:pt x="120541" y="64383"/>
                    <a:pt x="120541" y="67895"/>
                    <a:pt x="118480" y="70032"/>
                  </a:cubicBezTo>
                  <a:cubicBezTo>
                    <a:pt x="114357" y="74307"/>
                    <a:pt x="110234" y="78430"/>
                    <a:pt x="105959" y="82552"/>
                  </a:cubicBezTo>
                  <a:cubicBezTo>
                    <a:pt x="103669" y="84766"/>
                    <a:pt x="100005" y="84461"/>
                    <a:pt x="97867" y="82247"/>
                  </a:cubicBezTo>
                  <a:cubicBezTo>
                    <a:pt x="95653" y="80033"/>
                    <a:pt x="95500" y="76521"/>
                    <a:pt x="97562" y="74078"/>
                  </a:cubicBezTo>
                  <a:cubicBezTo>
                    <a:pt x="98096" y="73468"/>
                    <a:pt x="98783" y="72933"/>
                    <a:pt x="99394" y="72399"/>
                  </a:cubicBezTo>
                  <a:cubicBezTo>
                    <a:pt x="99394" y="72246"/>
                    <a:pt x="99317" y="72170"/>
                    <a:pt x="99241" y="72017"/>
                  </a:cubicBezTo>
                  <a:cubicBezTo>
                    <a:pt x="97027" y="72017"/>
                    <a:pt x="94813" y="72017"/>
                    <a:pt x="92599" y="72017"/>
                  </a:cubicBezTo>
                  <a:cubicBezTo>
                    <a:pt x="87637" y="72017"/>
                    <a:pt x="83133" y="70567"/>
                    <a:pt x="79010" y="67818"/>
                  </a:cubicBezTo>
                  <a:cubicBezTo>
                    <a:pt x="76872" y="66368"/>
                    <a:pt x="75117" y="64612"/>
                    <a:pt x="73513" y="62627"/>
                  </a:cubicBezTo>
                  <a:cubicBezTo>
                    <a:pt x="61451" y="47511"/>
                    <a:pt x="49313" y="32395"/>
                    <a:pt x="37250" y="17203"/>
                  </a:cubicBezTo>
                  <a:cubicBezTo>
                    <a:pt x="34502" y="13767"/>
                    <a:pt x="31143" y="12011"/>
                    <a:pt x="26715" y="12088"/>
                  </a:cubicBezTo>
                  <a:cubicBezTo>
                    <a:pt x="19920" y="12088"/>
                    <a:pt x="13126" y="12088"/>
                    <a:pt x="6331" y="12088"/>
                  </a:cubicBezTo>
                  <a:cubicBezTo>
                    <a:pt x="1827" y="12088"/>
                    <a:pt x="-1074" y="8041"/>
                    <a:pt x="376" y="4072"/>
                  </a:cubicBezTo>
                  <a:cubicBezTo>
                    <a:pt x="1217" y="1781"/>
                    <a:pt x="3354" y="102"/>
                    <a:pt x="5797" y="102"/>
                  </a:cubicBezTo>
                  <a:cubicBezTo>
                    <a:pt x="13431" y="102"/>
                    <a:pt x="21066" y="-127"/>
                    <a:pt x="28700" y="102"/>
                  </a:cubicBezTo>
                  <a:cubicBezTo>
                    <a:pt x="35495" y="331"/>
                    <a:pt x="41220" y="3156"/>
                    <a:pt x="45496" y="8423"/>
                  </a:cubicBezTo>
                  <a:cubicBezTo>
                    <a:pt x="54962" y="20027"/>
                    <a:pt x="64276" y="31784"/>
                    <a:pt x="73590" y="43465"/>
                  </a:cubicBezTo>
                  <a:cubicBezTo>
                    <a:pt x="76720" y="47358"/>
                    <a:pt x="79774" y="51175"/>
                    <a:pt x="82903" y="55069"/>
                  </a:cubicBezTo>
                  <a:cubicBezTo>
                    <a:pt x="85423" y="58199"/>
                    <a:pt x="88629" y="59878"/>
                    <a:pt x="92752" y="59878"/>
                  </a:cubicBezTo>
                  <a:cubicBezTo>
                    <a:pt x="94889" y="59878"/>
                    <a:pt x="96951" y="59878"/>
                    <a:pt x="99394" y="598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41"/>
            <p:cNvSpPr/>
            <p:nvPr/>
          </p:nvSpPr>
          <p:spPr>
            <a:xfrm>
              <a:off x="5661751" y="6122039"/>
              <a:ext cx="54079" cy="38845"/>
            </a:xfrm>
            <a:custGeom>
              <a:rect b="b" l="l" r="r" t="t"/>
              <a:pathLst>
                <a:path extrusionOk="0" h="38845" w="54079">
                  <a:moveTo>
                    <a:pt x="33217" y="23832"/>
                  </a:moveTo>
                  <a:cubicBezTo>
                    <a:pt x="30317" y="23908"/>
                    <a:pt x="27416" y="23603"/>
                    <a:pt x="24591" y="24061"/>
                  </a:cubicBezTo>
                  <a:cubicBezTo>
                    <a:pt x="21461" y="24519"/>
                    <a:pt x="19018" y="26275"/>
                    <a:pt x="17033" y="28718"/>
                  </a:cubicBezTo>
                  <a:cubicBezTo>
                    <a:pt x="14972" y="31313"/>
                    <a:pt x="12910" y="33909"/>
                    <a:pt x="10773" y="36505"/>
                  </a:cubicBezTo>
                  <a:cubicBezTo>
                    <a:pt x="9093" y="38490"/>
                    <a:pt x="6956" y="39329"/>
                    <a:pt x="4360" y="38566"/>
                  </a:cubicBezTo>
                  <a:cubicBezTo>
                    <a:pt x="1841" y="37802"/>
                    <a:pt x="466" y="36047"/>
                    <a:pt x="85" y="33527"/>
                  </a:cubicBezTo>
                  <a:cubicBezTo>
                    <a:pt x="-144" y="32229"/>
                    <a:pt x="85" y="30932"/>
                    <a:pt x="848" y="29939"/>
                  </a:cubicBezTo>
                  <a:cubicBezTo>
                    <a:pt x="4131" y="25664"/>
                    <a:pt x="7108" y="21160"/>
                    <a:pt x="11231" y="17572"/>
                  </a:cubicBezTo>
                  <a:cubicBezTo>
                    <a:pt x="15582" y="13754"/>
                    <a:pt x="20774" y="11922"/>
                    <a:pt x="26500" y="11922"/>
                  </a:cubicBezTo>
                  <a:cubicBezTo>
                    <a:pt x="28714" y="11922"/>
                    <a:pt x="31004" y="11922"/>
                    <a:pt x="33447" y="11617"/>
                  </a:cubicBezTo>
                  <a:cubicBezTo>
                    <a:pt x="32912" y="11082"/>
                    <a:pt x="32301" y="10624"/>
                    <a:pt x="31767" y="10090"/>
                  </a:cubicBezTo>
                  <a:cubicBezTo>
                    <a:pt x="29477" y="7647"/>
                    <a:pt x="29553" y="4059"/>
                    <a:pt x="31920" y="1768"/>
                  </a:cubicBezTo>
                  <a:cubicBezTo>
                    <a:pt x="34134" y="-445"/>
                    <a:pt x="37798" y="-675"/>
                    <a:pt x="40165" y="1616"/>
                  </a:cubicBezTo>
                  <a:cubicBezTo>
                    <a:pt x="44364" y="5662"/>
                    <a:pt x="48410" y="9785"/>
                    <a:pt x="52456" y="13907"/>
                  </a:cubicBezTo>
                  <a:cubicBezTo>
                    <a:pt x="54670" y="16197"/>
                    <a:pt x="54594" y="19709"/>
                    <a:pt x="52380" y="21999"/>
                  </a:cubicBezTo>
                  <a:cubicBezTo>
                    <a:pt x="48334" y="26122"/>
                    <a:pt x="44211" y="30244"/>
                    <a:pt x="40089" y="34291"/>
                  </a:cubicBezTo>
                  <a:cubicBezTo>
                    <a:pt x="37722" y="36581"/>
                    <a:pt x="33981" y="36428"/>
                    <a:pt x="31767" y="34138"/>
                  </a:cubicBezTo>
                  <a:cubicBezTo>
                    <a:pt x="29477" y="31848"/>
                    <a:pt x="29477" y="28183"/>
                    <a:pt x="31767" y="25817"/>
                  </a:cubicBezTo>
                  <a:cubicBezTo>
                    <a:pt x="32301" y="25282"/>
                    <a:pt x="32836" y="24824"/>
                    <a:pt x="33370" y="24290"/>
                  </a:cubicBezTo>
                  <a:cubicBezTo>
                    <a:pt x="33370" y="24137"/>
                    <a:pt x="33370" y="24061"/>
                    <a:pt x="33294" y="239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5596028" y="6178543"/>
              <a:ext cx="53998" cy="27257"/>
            </a:xfrm>
            <a:custGeom>
              <a:rect b="b" l="l" r="r" t="t"/>
              <a:pathLst>
                <a:path extrusionOk="0" h="27257" w="53998">
                  <a:moveTo>
                    <a:pt x="17254" y="27257"/>
                  </a:moveTo>
                  <a:cubicBezTo>
                    <a:pt x="13589" y="27257"/>
                    <a:pt x="9925" y="27257"/>
                    <a:pt x="6337" y="27257"/>
                  </a:cubicBezTo>
                  <a:cubicBezTo>
                    <a:pt x="2595" y="27257"/>
                    <a:pt x="0" y="24738"/>
                    <a:pt x="0" y="21226"/>
                  </a:cubicBezTo>
                  <a:cubicBezTo>
                    <a:pt x="0" y="17714"/>
                    <a:pt x="2595" y="15271"/>
                    <a:pt x="6413" y="15195"/>
                  </a:cubicBezTo>
                  <a:cubicBezTo>
                    <a:pt x="13054" y="15195"/>
                    <a:pt x="19697" y="15119"/>
                    <a:pt x="26338" y="15195"/>
                  </a:cubicBezTo>
                  <a:cubicBezTo>
                    <a:pt x="30995" y="15195"/>
                    <a:pt x="34583" y="13516"/>
                    <a:pt x="37332" y="9851"/>
                  </a:cubicBezTo>
                  <a:cubicBezTo>
                    <a:pt x="39316" y="7179"/>
                    <a:pt x="41454" y="4583"/>
                    <a:pt x="43592" y="2064"/>
                  </a:cubicBezTo>
                  <a:cubicBezTo>
                    <a:pt x="45348" y="3"/>
                    <a:pt x="48096" y="-532"/>
                    <a:pt x="50463" y="537"/>
                  </a:cubicBezTo>
                  <a:cubicBezTo>
                    <a:pt x="52753" y="1606"/>
                    <a:pt x="54203" y="3896"/>
                    <a:pt x="53975" y="6568"/>
                  </a:cubicBezTo>
                  <a:cubicBezTo>
                    <a:pt x="53898" y="7790"/>
                    <a:pt x="53440" y="8859"/>
                    <a:pt x="52676" y="9775"/>
                  </a:cubicBezTo>
                  <a:cubicBezTo>
                    <a:pt x="50234" y="12829"/>
                    <a:pt x="47867" y="15882"/>
                    <a:pt x="45348" y="18860"/>
                  </a:cubicBezTo>
                  <a:cubicBezTo>
                    <a:pt x="40691" y="24280"/>
                    <a:pt x="34736" y="27028"/>
                    <a:pt x="27636" y="27181"/>
                  </a:cubicBezTo>
                  <a:cubicBezTo>
                    <a:pt x="24201" y="27257"/>
                    <a:pt x="20689" y="27181"/>
                    <a:pt x="17254" y="27181"/>
                  </a:cubicBezTo>
                  <a:lnTo>
                    <a:pt x="17254" y="27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p41"/>
          <p:cNvGrpSpPr/>
          <p:nvPr/>
        </p:nvGrpSpPr>
        <p:grpSpPr>
          <a:xfrm>
            <a:off x="7383017" y="4646525"/>
            <a:ext cx="125354" cy="127129"/>
            <a:chOff x="9752405" y="6195366"/>
            <a:chExt cx="167139" cy="169506"/>
          </a:xfrm>
        </p:grpSpPr>
        <p:sp>
          <p:nvSpPr>
            <p:cNvPr id="695" name="Google Shape;695;p41"/>
            <p:cNvSpPr/>
            <p:nvPr/>
          </p:nvSpPr>
          <p:spPr>
            <a:xfrm>
              <a:off x="9752405" y="6248018"/>
              <a:ext cx="115632" cy="116854"/>
            </a:xfrm>
            <a:custGeom>
              <a:rect b="b" l="l" r="r" t="t"/>
              <a:pathLst>
                <a:path extrusionOk="0" h="116854" w="115632">
                  <a:moveTo>
                    <a:pt x="75476" y="0"/>
                  </a:moveTo>
                  <a:lnTo>
                    <a:pt x="5851" y="78252"/>
                  </a:lnTo>
                  <a:cubicBezTo>
                    <a:pt x="-2088" y="86344"/>
                    <a:pt x="-1936" y="99475"/>
                    <a:pt x="6233" y="107415"/>
                  </a:cubicBezTo>
                  <a:lnTo>
                    <a:pt x="9898" y="111003"/>
                  </a:lnTo>
                  <a:cubicBezTo>
                    <a:pt x="17990" y="118943"/>
                    <a:pt x="31121" y="118790"/>
                    <a:pt x="39061" y="110621"/>
                  </a:cubicBezTo>
                  <a:lnTo>
                    <a:pt x="115633" y="39164"/>
                  </a:lnTo>
                  <a:cubicBezTo>
                    <a:pt x="105937" y="38019"/>
                    <a:pt x="96471" y="33820"/>
                    <a:pt x="88913" y="26415"/>
                  </a:cubicBezTo>
                  <a:cubicBezTo>
                    <a:pt x="81355" y="19009"/>
                    <a:pt x="76927" y="9696"/>
                    <a:pt x="75553" y="0"/>
                  </a:cubicBezTo>
                  <a:close/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41"/>
            <p:cNvSpPr/>
            <p:nvPr/>
          </p:nvSpPr>
          <p:spPr>
            <a:xfrm>
              <a:off x="9827403" y="6195366"/>
              <a:ext cx="92141" cy="92134"/>
            </a:xfrm>
            <a:custGeom>
              <a:rect b="b" l="l" r="r" t="t"/>
              <a:pathLst>
                <a:path extrusionOk="0" h="92134" w="92141">
                  <a:moveTo>
                    <a:pt x="78272" y="13106"/>
                  </a:moveTo>
                  <a:cubicBezTo>
                    <a:pt x="60026" y="-4682"/>
                    <a:pt x="30863" y="-4300"/>
                    <a:pt x="13075" y="13869"/>
                  </a:cubicBezTo>
                  <a:cubicBezTo>
                    <a:pt x="2692" y="24557"/>
                    <a:pt x="-1507" y="38910"/>
                    <a:pt x="478" y="52652"/>
                  </a:cubicBezTo>
                  <a:cubicBezTo>
                    <a:pt x="1852" y="62347"/>
                    <a:pt x="6280" y="71661"/>
                    <a:pt x="13838" y="79066"/>
                  </a:cubicBezTo>
                  <a:cubicBezTo>
                    <a:pt x="21396" y="86472"/>
                    <a:pt x="30863" y="90670"/>
                    <a:pt x="40558" y="91816"/>
                  </a:cubicBezTo>
                  <a:cubicBezTo>
                    <a:pt x="54300" y="93419"/>
                    <a:pt x="68576" y="88991"/>
                    <a:pt x="79035" y="78303"/>
                  </a:cubicBezTo>
                  <a:cubicBezTo>
                    <a:pt x="96823" y="60057"/>
                    <a:pt x="96442" y="30894"/>
                    <a:pt x="78272" y="13106"/>
                  </a:cubicBezTo>
                  <a:close/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7" name="Google Shape;697;p41"/>
          <p:cNvGrpSpPr/>
          <p:nvPr/>
        </p:nvGrpSpPr>
        <p:grpSpPr>
          <a:xfrm>
            <a:off x="7684801" y="4659618"/>
            <a:ext cx="150587" cy="106670"/>
            <a:chOff x="10154783" y="6212824"/>
            <a:chExt cx="200782" cy="142227"/>
          </a:xfrm>
        </p:grpSpPr>
        <p:sp>
          <p:nvSpPr>
            <p:cNvPr id="698" name="Google Shape;698;p41"/>
            <p:cNvSpPr/>
            <p:nvPr/>
          </p:nvSpPr>
          <p:spPr>
            <a:xfrm>
              <a:off x="10154783" y="6212824"/>
              <a:ext cx="200782" cy="35423"/>
            </a:xfrm>
            <a:custGeom>
              <a:rect b="b" l="l" r="r" t="t"/>
              <a:pathLst>
                <a:path extrusionOk="0" h="35423" w="200782">
                  <a:moveTo>
                    <a:pt x="183071" y="0"/>
                  </a:moveTo>
                  <a:cubicBezTo>
                    <a:pt x="192852" y="0"/>
                    <a:pt x="200782" y="7930"/>
                    <a:pt x="200782" y="17712"/>
                  </a:cubicBezTo>
                  <a:lnTo>
                    <a:pt x="200782" y="17712"/>
                  </a:lnTo>
                  <a:cubicBezTo>
                    <a:pt x="200782" y="27493"/>
                    <a:pt x="192852" y="35423"/>
                    <a:pt x="183071" y="35423"/>
                  </a:cubicBezTo>
                  <a:lnTo>
                    <a:pt x="17711" y="35423"/>
                  </a:lnTo>
                  <a:cubicBezTo>
                    <a:pt x="7930" y="35423"/>
                    <a:pt x="0" y="27493"/>
                    <a:pt x="0" y="17712"/>
                  </a:cubicBezTo>
                  <a:lnTo>
                    <a:pt x="0" y="17712"/>
                  </a:lnTo>
                  <a:cubicBezTo>
                    <a:pt x="0" y="7930"/>
                    <a:pt x="7930" y="0"/>
                    <a:pt x="17711" y="0"/>
                  </a:cubicBezTo>
                  <a:close/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41"/>
            <p:cNvSpPr/>
            <p:nvPr/>
          </p:nvSpPr>
          <p:spPr>
            <a:xfrm>
              <a:off x="10154783" y="6302527"/>
              <a:ext cx="200782" cy="7634"/>
            </a:xfrm>
            <a:custGeom>
              <a:rect b="b" l="l" r="r" t="t"/>
              <a:pathLst>
                <a:path extrusionOk="0" h="7634" w="200782">
                  <a:moveTo>
                    <a:pt x="0" y="0"/>
                  </a:moveTo>
                  <a:lnTo>
                    <a:pt x="200782" y="0"/>
                  </a:ln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41"/>
            <p:cNvSpPr/>
            <p:nvPr/>
          </p:nvSpPr>
          <p:spPr>
            <a:xfrm>
              <a:off x="10154783" y="6347417"/>
              <a:ext cx="200782" cy="7634"/>
            </a:xfrm>
            <a:custGeom>
              <a:rect b="b" l="l" r="r" t="t"/>
              <a:pathLst>
                <a:path extrusionOk="0" h="7634" w="200782">
                  <a:moveTo>
                    <a:pt x="0" y="0"/>
                  </a:moveTo>
                  <a:lnTo>
                    <a:pt x="200782" y="0"/>
                  </a:ln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1" name="Google Shape;701;p41"/>
          <p:cNvGrpSpPr/>
          <p:nvPr/>
        </p:nvGrpSpPr>
        <p:grpSpPr>
          <a:xfrm>
            <a:off x="8114059" y="4654349"/>
            <a:ext cx="56513" cy="113026"/>
            <a:chOff x="10727127" y="6205800"/>
            <a:chExt cx="75350" cy="150701"/>
          </a:xfrm>
        </p:grpSpPr>
        <p:sp>
          <p:nvSpPr>
            <p:cNvPr id="702" name="Google Shape;702;p41"/>
            <p:cNvSpPr/>
            <p:nvPr/>
          </p:nvSpPr>
          <p:spPr>
            <a:xfrm>
              <a:off x="10727127" y="6205800"/>
              <a:ext cx="75350" cy="150701"/>
            </a:xfrm>
            <a:custGeom>
              <a:rect b="b" l="l" r="r" t="t"/>
              <a:pathLst>
                <a:path extrusionOk="0" h="150701" w="75350">
                  <a:moveTo>
                    <a:pt x="0" y="0"/>
                  </a:moveTo>
                  <a:cubicBezTo>
                    <a:pt x="41607" y="0"/>
                    <a:pt x="75351" y="33744"/>
                    <a:pt x="75351" y="75351"/>
                  </a:cubicBezTo>
                  <a:cubicBezTo>
                    <a:pt x="75351" y="116958"/>
                    <a:pt x="41607" y="150701"/>
                    <a:pt x="0" y="150701"/>
                  </a:cubicBez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10727127" y="6236032"/>
              <a:ext cx="45119" cy="90237"/>
            </a:xfrm>
            <a:custGeom>
              <a:rect b="b" l="l" r="r" t="t"/>
              <a:pathLst>
                <a:path extrusionOk="0" h="90237" w="45119">
                  <a:moveTo>
                    <a:pt x="0" y="0"/>
                  </a:moveTo>
                  <a:cubicBezTo>
                    <a:pt x="24888" y="0"/>
                    <a:pt x="45119" y="20155"/>
                    <a:pt x="45119" y="45119"/>
                  </a:cubicBezTo>
                  <a:cubicBezTo>
                    <a:pt x="45119" y="70083"/>
                    <a:pt x="24964" y="90238"/>
                    <a:pt x="0" y="90238"/>
                  </a:cubicBezTo>
                </a:path>
              </a:pathLst>
            </a:custGeom>
            <a:noFill/>
            <a:ln cap="flat" cmpd="sng" w="15250">
              <a:solidFill>
                <a:srgbClr val="A3A3A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4" name="Google Shape;704;p41"/>
          <p:cNvGrpSpPr/>
          <p:nvPr/>
        </p:nvGrpSpPr>
        <p:grpSpPr>
          <a:xfrm>
            <a:off x="8287835" y="4726895"/>
            <a:ext cx="544288" cy="5725"/>
            <a:chOff x="10958829" y="6302527"/>
            <a:chExt cx="725717" cy="7634"/>
          </a:xfrm>
        </p:grpSpPr>
        <p:sp>
          <p:nvSpPr>
            <p:cNvPr id="705" name="Google Shape;705;p41"/>
            <p:cNvSpPr/>
            <p:nvPr/>
          </p:nvSpPr>
          <p:spPr>
            <a:xfrm>
              <a:off x="10958829" y="6302527"/>
              <a:ext cx="725717" cy="7634"/>
            </a:xfrm>
            <a:custGeom>
              <a:rect b="b" l="l" r="r" t="t"/>
              <a:pathLst>
                <a:path extrusionOk="0" h="7634" w="725717">
                  <a:moveTo>
                    <a:pt x="0" y="0"/>
                  </a:moveTo>
                  <a:lnTo>
                    <a:pt x="725718" y="0"/>
                  </a:lnTo>
                </a:path>
              </a:pathLst>
            </a:custGeom>
            <a:noFill/>
            <a:ln cap="rnd" cmpd="sng" w="22900">
              <a:solidFill>
                <a:srgbClr val="A3A3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41"/>
            <p:cNvSpPr/>
            <p:nvPr/>
          </p:nvSpPr>
          <p:spPr>
            <a:xfrm>
              <a:off x="10958829" y="6302527"/>
              <a:ext cx="609829" cy="7634"/>
            </a:xfrm>
            <a:custGeom>
              <a:rect b="b" l="l" r="r" t="t"/>
              <a:pathLst>
                <a:path extrusionOk="0" h="7634" w="609829">
                  <a:moveTo>
                    <a:pt x="0" y="0"/>
                  </a:moveTo>
                  <a:lnTo>
                    <a:pt x="609829" y="0"/>
                  </a:lnTo>
                </a:path>
              </a:pathLst>
            </a:custGeom>
            <a:noFill/>
            <a:ln cap="rnd" cmpd="sng" w="22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7" name="Google Shape;70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8014" y="4625126"/>
            <a:ext cx="118256" cy="17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25" y="4405337"/>
            <a:ext cx="600875" cy="6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13" name="Google Shape;713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1462" y="2208554"/>
            <a:ext cx="726393" cy="726393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2">
            <a:hlinkClick r:id="rId5"/>
          </p:cNvPr>
          <p:cNvSpPr txBox="1"/>
          <p:nvPr/>
        </p:nvSpPr>
        <p:spPr>
          <a:xfrm>
            <a:off x="4205090" y="2352460"/>
            <a:ext cx="1587449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B4B5B2"/>
                </a:solidFill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b="1" lang="en-GB" sz="2400">
                <a:solidFill>
                  <a:srgbClr val="B4B5B2"/>
                </a:solidFill>
                <a:latin typeface="Arial"/>
                <a:ea typeface="Arial"/>
                <a:cs typeface="Arial"/>
                <a:sym typeface="Arial"/>
              </a:rPr>
              <a:t>Chef</a:t>
            </a:r>
            <a:endParaRPr b="1" sz="2400">
              <a:solidFill>
                <a:srgbClr val="B4B5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